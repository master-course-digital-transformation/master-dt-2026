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6" r:id="rId1"/>
  </p:sldMasterIdLst>
  <p:notesMasterIdLst>
    <p:notesMasterId r:id="rId22"/>
  </p:notesMasterIdLst>
  <p:handoutMasterIdLst>
    <p:handoutMasterId r:id="rId23"/>
  </p:handoutMasterIdLst>
  <p:sldIdLst>
    <p:sldId id="357" r:id="rId2"/>
    <p:sldId id="378" r:id="rId3"/>
    <p:sldId id="380" r:id="rId4"/>
    <p:sldId id="376" r:id="rId5"/>
    <p:sldId id="381" r:id="rId6"/>
    <p:sldId id="375" r:id="rId7"/>
    <p:sldId id="374" r:id="rId8"/>
    <p:sldId id="384" r:id="rId9"/>
    <p:sldId id="382" r:id="rId10"/>
    <p:sldId id="383" r:id="rId11"/>
    <p:sldId id="394" r:id="rId12"/>
    <p:sldId id="386" r:id="rId13"/>
    <p:sldId id="387" r:id="rId14"/>
    <p:sldId id="388" r:id="rId15"/>
    <p:sldId id="395" r:id="rId16"/>
    <p:sldId id="391" r:id="rId17"/>
    <p:sldId id="389" r:id="rId18"/>
    <p:sldId id="390" r:id="rId19"/>
    <p:sldId id="393" r:id="rId20"/>
    <p:sldId id="385" r:id="rId21"/>
  </p:sldIdLst>
  <p:sldSz cx="12192000" cy="6858000"/>
  <p:notesSz cx="6794500" cy="9931400"/>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026" userDrawn="1">
          <p15:clr>
            <a:srgbClr val="A4A3A4"/>
          </p15:clr>
        </p15:guide>
        <p15:guide id="2" orient="horz" pos="1253" userDrawn="1">
          <p15:clr>
            <a:srgbClr val="A4A3A4"/>
          </p15:clr>
        </p15:guide>
        <p15:guide id="3" orient="horz" pos="482" userDrawn="1">
          <p15:clr>
            <a:srgbClr val="A4A3A4"/>
          </p15:clr>
        </p15:guide>
        <p15:guide id="4" orient="horz" pos="3748" userDrawn="1">
          <p15:clr>
            <a:srgbClr val="A4A3A4"/>
          </p15:clr>
        </p15:guide>
        <p15:guide id="5" orient="horz" pos="1366" userDrawn="1">
          <p15:clr>
            <a:srgbClr val="A4A3A4"/>
          </p15:clr>
        </p15:guide>
        <p15:guide id="6" pos="887" userDrawn="1">
          <p15:clr>
            <a:srgbClr val="A4A3A4"/>
          </p15:clr>
        </p15:guide>
        <p15:guide id="7" pos="6732" userDrawn="1">
          <p15:clr>
            <a:srgbClr val="A4A3A4"/>
          </p15:clr>
        </p15:guide>
        <p15:guide id="8" pos="8345" userDrawn="1">
          <p15:clr>
            <a:srgbClr val="A4A3A4"/>
          </p15:clr>
        </p15:guide>
        <p15:guide id="9" pos="9556" userDrawn="1">
          <p15:clr>
            <a:srgbClr val="A4A3A4"/>
          </p15:clr>
        </p15:guide>
        <p15:guide id="10" pos="684" userDrawn="1">
          <p15:clr>
            <a:srgbClr val="A4A3A4"/>
          </p15:clr>
        </p15:guide>
        <p15:guide id="11" pos="9756" userDrawn="1">
          <p15:clr>
            <a:srgbClr val="A4A3A4"/>
          </p15:clr>
        </p15:guide>
      </p15:sldGuideLst>
    </p:ext>
    <p:ext uri="{2D200454-40CA-4A62-9FC3-DE9A4176ACB9}">
      <p15:notesGuideLst xmlns:p15="http://schemas.microsoft.com/office/powerpoint/2012/main">
        <p15:guide id="1" orient="horz" pos="3128">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8ABA"/>
    <a:srgbClr val="00BC7B"/>
    <a:srgbClr val="FF9F00"/>
    <a:srgbClr val="D50C2F"/>
    <a:srgbClr val="A0A0A0"/>
    <a:srgbClr val="661326"/>
    <a:srgbClr val="B4B4B4"/>
    <a:srgbClr val="C8C8C8"/>
    <a:srgbClr val="6F6F6F"/>
    <a:srgbClr val="AA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E7C66F-08ED-A844-A0C5-1B6EA2D466C1}" v="12" dt="2026-10-07T19:13:47.0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5"/>
    <p:restoredTop sz="94658"/>
  </p:normalViewPr>
  <p:slideViewPr>
    <p:cSldViewPr snapToGrid="0">
      <p:cViewPr varScale="1">
        <p:scale>
          <a:sx n="120" d="100"/>
          <a:sy n="120" d="100"/>
        </p:scale>
        <p:origin x="672" y="184"/>
      </p:cViewPr>
      <p:guideLst>
        <p:guide orient="horz" pos="1026"/>
        <p:guide orient="horz" pos="1253"/>
        <p:guide orient="horz" pos="482"/>
        <p:guide orient="horz" pos="3748"/>
        <p:guide orient="horz" pos="1366"/>
        <p:guide pos="887"/>
        <p:guide pos="6732"/>
        <p:guide pos="8345"/>
        <p:guide pos="9556"/>
        <p:guide pos="684"/>
        <p:guide pos="9756"/>
      </p:guideLst>
    </p:cSldViewPr>
  </p:slideViewPr>
  <p:notesTextViewPr>
    <p:cViewPr>
      <p:scale>
        <a:sx n="1" d="1"/>
        <a:sy n="1" d="1"/>
      </p:scale>
      <p:origin x="0" y="0"/>
    </p:cViewPr>
  </p:notesTextViewPr>
  <p:notesViewPr>
    <p:cSldViewPr snapToGrid="0">
      <p:cViewPr>
        <p:scale>
          <a:sx n="1" d="2"/>
          <a:sy n="1" d="2"/>
        </p:scale>
        <p:origin x="0" y="0"/>
      </p:cViewPr>
      <p:guideLst>
        <p:guide orient="horz" pos="3128"/>
        <p:guide pos="214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6D2FDA67-24CA-54D8-B1B4-CE061F2DAD41}"/>
    <pc:docChg chg="custSel addSld delSld modSld sldOrd">
      <pc:chgData name="Schlesinger, Sebastian" userId="d814e6c9-e9fb-4b77-84f7-ccd8aa3529bb" providerId="ADAL" clId="{6D2FDA67-24CA-54D8-B1B4-CE061F2DAD41}" dt="2026-10-07T19:13:47.096" v="1017" actId="14100"/>
      <pc:docMkLst>
        <pc:docMk/>
      </pc:docMkLst>
      <pc:sldChg chg="modSp mod">
        <pc:chgData name="Schlesinger, Sebastian" userId="d814e6c9-e9fb-4b77-84f7-ccd8aa3529bb" providerId="ADAL" clId="{6D2FDA67-24CA-54D8-B1B4-CE061F2DAD41}" dt="2026-10-05T09:15:34.914" v="103" actId="20577"/>
        <pc:sldMkLst>
          <pc:docMk/>
          <pc:sldMk cId="495357155" sldId="357"/>
        </pc:sldMkLst>
        <pc:spChg chg="mod">
          <ac:chgData name="Schlesinger, Sebastian" userId="d814e6c9-e9fb-4b77-84f7-ccd8aa3529bb" providerId="ADAL" clId="{6D2FDA67-24CA-54D8-B1B4-CE061F2DAD41}" dt="2026-10-05T09:15:34.914" v="103" actId="20577"/>
          <ac:spMkLst>
            <pc:docMk/>
            <pc:sldMk cId="495357155" sldId="357"/>
            <ac:spMk id="4" creationId="{00000000-0000-0000-0000-000000000000}"/>
          </ac:spMkLst>
        </pc:spChg>
        <pc:spChg chg="mod">
          <ac:chgData name="Schlesinger, Sebastian" userId="d814e6c9-e9fb-4b77-84f7-ccd8aa3529bb" providerId="ADAL" clId="{6D2FDA67-24CA-54D8-B1B4-CE061F2DAD41}" dt="2026-10-05T09:14:59.578" v="4" actId="20577"/>
          <ac:spMkLst>
            <pc:docMk/>
            <pc:sldMk cId="495357155" sldId="357"/>
            <ac:spMk id="6" creationId="{00000000-0000-0000-0000-000000000000}"/>
          </ac:spMkLst>
        </pc:spChg>
      </pc:sldChg>
      <pc:sldChg chg="del">
        <pc:chgData name="Schlesinger, Sebastian" userId="d814e6c9-e9fb-4b77-84f7-ccd8aa3529bb" providerId="ADAL" clId="{6D2FDA67-24CA-54D8-B1B4-CE061F2DAD41}" dt="2026-10-07T18:16:22.507" v="175" actId="2696"/>
        <pc:sldMkLst>
          <pc:docMk/>
          <pc:sldMk cId="3143352629" sldId="369"/>
        </pc:sldMkLst>
      </pc:sldChg>
      <pc:sldChg chg="del">
        <pc:chgData name="Schlesinger, Sebastian" userId="d814e6c9-e9fb-4b77-84f7-ccd8aa3529bb" providerId="ADAL" clId="{6D2FDA67-24CA-54D8-B1B4-CE061F2DAD41}" dt="2026-10-07T18:16:17.789" v="174" actId="2696"/>
        <pc:sldMkLst>
          <pc:docMk/>
          <pc:sldMk cId="3549626851" sldId="372"/>
        </pc:sldMkLst>
      </pc:sldChg>
      <pc:sldChg chg="modSp mod">
        <pc:chgData name="Schlesinger, Sebastian" userId="d814e6c9-e9fb-4b77-84f7-ccd8aa3529bb" providerId="ADAL" clId="{6D2FDA67-24CA-54D8-B1B4-CE061F2DAD41}" dt="2026-10-05T09:16:08.742" v="106" actId="20577"/>
        <pc:sldMkLst>
          <pc:docMk/>
          <pc:sldMk cId="785929727" sldId="374"/>
        </pc:sldMkLst>
        <pc:spChg chg="mod">
          <ac:chgData name="Schlesinger, Sebastian" userId="d814e6c9-e9fb-4b77-84f7-ccd8aa3529bb" providerId="ADAL" clId="{6D2FDA67-24CA-54D8-B1B4-CE061F2DAD41}" dt="2026-10-05T09:16:08.742" v="106" actId="20577"/>
          <ac:spMkLst>
            <pc:docMk/>
            <pc:sldMk cId="785929727" sldId="374"/>
            <ac:spMk id="3" creationId="{630AAD97-2083-6161-98F1-281D32FBA3C1}"/>
          </ac:spMkLst>
        </pc:spChg>
      </pc:sldChg>
      <pc:sldChg chg="modSp mod">
        <pc:chgData name="Schlesinger, Sebastian" userId="d814e6c9-e9fb-4b77-84f7-ccd8aa3529bb" providerId="ADAL" clId="{6D2FDA67-24CA-54D8-B1B4-CE061F2DAD41}" dt="2026-10-05T09:23:58.904" v="173" actId="20577"/>
        <pc:sldMkLst>
          <pc:docMk/>
          <pc:sldMk cId="2483258147" sldId="384"/>
        </pc:sldMkLst>
        <pc:spChg chg="mod">
          <ac:chgData name="Schlesinger, Sebastian" userId="d814e6c9-e9fb-4b77-84f7-ccd8aa3529bb" providerId="ADAL" clId="{6D2FDA67-24CA-54D8-B1B4-CE061F2DAD41}" dt="2026-10-05T09:23:58.904" v="173" actId="20577"/>
          <ac:spMkLst>
            <pc:docMk/>
            <pc:sldMk cId="2483258147" sldId="384"/>
            <ac:spMk id="3" creationId="{D4DD72DE-8BE6-2CDD-1D93-877FFA84898E}"/>
          </ac:spMkLst>
        </pc:spChg>
      </pc:sldChg>
      <pc:sldChg chg="delSp modSp mod delAnim">
        <pc:chgData name="Schlesinger, Sebastian" userId="d814e6c9-e9fb-4b77-84f7-ccd8aa3529bb" providerId="ADAL" clId="{6D2FDA67-24CA-54D8-B1B4-CE061F2DAD41}" dt="2026-10-07T18:37:11.437" v="865" actId="20577"/>
        <pc:sldMkLst>
          <pc:docMk/>
          <pc:sldMk cId="3353014130" sldId="386"/>
        </pc:sldMkLst>
        <pc:spChg chg="mod">
          <ac:chgData name="Schlesinger, Sebastian" userId="d814e6c9-e9fb-4b77-84f7-ccd8aa3529bb" providerId="ADAL" clId="{6D2FDA67-24CA-54D8-B1B4-CE061F2DAD41}" dt="2026-10-07T18:36:40.916" v="856" actId="20577"/>
          <ac:spMkLst>
            <pc:docMk/>
            <pc:sldMk cId="3353014130" sldId="386"/>
            <ac:spMk id="2" creationId="{F807E6F1-0125-ED77-ED28-84D868B3E9EE}"/>
          </ac:spMkLst>
        </pc:spChg>
        <pc:spChg chg="del topLvl">
          <ac:chgData name="Schlesinger, Sebastian" userId="d814e6c9-e9fb-4b77-84f7-ccd8aa3529bb" providerId="ADAL" clId="{6D2FDA67-24CA-54D8-B1B4-CE061F2DAD41}" dt="2026-10-07T18:36:36.860" v="855" actId="478"/>
          <ac:spMkLst>
            <pc:docMk/>
            <pc:sldMk cId="3353014130" sldId="386"/>
            <ac:spMk id="44" creationId="{9F4F8C9C-5BE2-D7BB-264F-B4CD88B867F0}"/>
          </ac:spMkLst>
        </pc:spChg>
        <pc:spChg chg="mod">
          <ac:chgData name="Schlesinger, Sebastian" userId="d814e6c9-e9fb-4b77-84f7-ccd8aa3529bb" providerId="ADAL" clId="{6D2FDA67-24CA-54D8-B1B4-CE061F2DAD41}" dt="2026-10-07T18:37:11.437" v="865" actId="20577"/>
          <ac:spMkLst>
            <pc:docMk/>
            <pc:sldMk cId="3353014130" sldId="386"/>
            <ac:spMk id="48" creationId="{D3D8E70E-8118-C5FF-F96B-368D900E9D39}"/>
          </ac:spMkLst>
        </pc:spChg>
        <pc:grpChg chg="del mod">
          <ac:chgData name="Schlesinger, Sebastian" userId="d814e6c9-e9fb-4b77-84f7-ccd8aa3529bb" providerId="ADAL" clId="{6D2FDA67-24CA-54D8-B1B4-CE061F2DAD41}" dt="2026-10-07T18:36:32.877" v="854" actId="478"/>
          <ac:grpSpMkLst>
            <pc:docMk/>
            <pc:sldMk cId="3353014130" sldId="386"/>
            <ac:grpSpMk id="45" creationId="{3E214FC7-D712-5132-8FD8-F8D87C79F892}"/>
          </ac:grpSpMkLst>
        </pc:grpChg>
        <pc:grpChg chg="mod">
          <ac:chgData name="Schlesinger, Sebastian" userId="d814e6c9-e9fb-4b77-84f7-ccd8aa3529bb" providerId="ADAL" clId="{6D2FDA67-24CA-54D8-B1B4-CE061F2DAD41}" dt="2026-10-07T18:37:06.810" v="857" actId="1076"/>
          <ac:grpSpMkLst>
            <pc:docMk/>
            <pc:sldMk cId="3353014130" sldId="386"/>
            <ac:grpSpMk id="55" creationId="{558D1167-6167-7578-50F9-9BE130828BED}"/>
          </ac:grpSpMkLst>
        </pc:grpChg>
        <pc:picChg chg="del topLvl">
          <ac:chgData name="Schlesinger, Sebastian" userId="d814e6c9-e9fb-4b77-84f7-ccd8aa3529bb" providerId="ADAL" clId="{6D2FDA67-24CA-54D8-B1B4-CE061F2DAD41}" dt="2026-10-07T18:36:32.877" v="854" actId="478"/>
          <ac:picMkLst>
            <pc:docMk/>
            <pc:sldMk cId="3353014130" sldId="386"/>
            <ac:picMk id="43" creationId="{3DC9F014-22F9-AA4D-49DA-D71729D7788A}"/>
          </ac:picMkLst>
        </pc:picChg>
      </pc:sldChg>
      <pc:sldChg chg="modSp mod">
        <pc:chgData name="Schlesinger, Sebastian" userId="d814e6c9-e9fb-4b77-84f7-ccd8aa3529bb" providerId="ADAL" clId="{6D2FDA67-24CA-54D8-B1B4-CE061F2DAD41}" dt="2026-10-07T18:38:17.840" v="949" actId="20577"/>
        <pc:sldMkLst>
          <pc:docMk/>
          <pc:sldMk cId="4215040333" sldId="387"/>
        </pc:sldMkLst>
        <pc:spChg chg="mod">
          <ac:chgData name="Schlesinger, Sebastian" userId="d814e6c9-e9fb-4b77-84f7-ccd8aa3529bb" providerId="ADAL" clId="{6D2FDA67-24CA-54D8-B1B4-CE061F2DAD41}" dt="2026-10-07T18:38:17.840" v="949" actId="20577"/>
          <ac:spMkLst>
            <pc:docMk/>
            <pc:sldMk cId="4215040333" sldId="387"/>
            <ac:spMk id="2" creationId="{9143AC7B-2B96-B081-549B-EFA1628CD483}"/>
          </ac:spMkLst>
        </pc:spChg>
      </pc:sldChg>
      <pc:sldChg chg="modSp mod">
        <pc:chgData name="Schlesinger, Sebastian" userId="d814e6c9-e9fb-4b77-84f7-ccd8aa3529bb" providerId="ADAL" clId="{6D2FDA67-24CA-54D8-B1B4-CE061F2DAD41}" dt="2026-10-07T18:37:52.533" v="867" actId="20577"/>
        <pc:sldMkLst>
          <pc:docMk/>
          <pc:sldMk cId="1476534520" sldId="388"/>
        </pc:sldMkLst>
        <pc:spChg chg="mod">
          <ac:chgData name="Schlesinger, Sebastian" userId="d814e6c9-e9fb-4b77-84f7-ccd8aa3529bb" providerId="ADAL" clId="{6D2FDA67-24CA-54D8-B1B4-CE061F2DAD41}" dt="2026-10-07T18:37:52.533" v="867" actId="20577"/>
          <ac:spMkLst>
            <pc:docMk/>
            <pc:sldMk cId="1476534520" sldId="388"/>
            <ac:spMk id="2" creationId="{305E2BBF-00BE-7DA2-05FB-06634D3D0F85}"/>
          </ac:spMkLst>
        </pc:spChg>
      </pc:sldChg>
      <pc:sldChg chg="modSp mod">
        <pc:chgData name="Schlesinger, Sebastian" userId="d814e6c9-e9fb-4b77-84f7-ccd8aa3529bb" providerId="ADAL" clId="{6D2FDA67-24CA-54D8-B1B4-CE061F2DAD41}" dt="2026-10-07T18:42:37.413" v="994" actId="14100"/>
        <pc:sldMkLst>
          <pc:docMk/>
          <pc:sldMk cId="4147870583" sldId="389"/>
        </pc:sldMkLst>
        <pc:spChg chg="mod">
          <ac:chgData name="Schlesinger, Sebastian" userId="d814e6c9-e9fb-4b77-84f7-ccd8aa3529bb" providerId="ADAL" clId="{6D2FDA67-24CA-54D8-B1B4-CE061F2DAD41}" dt="2026-10-07T18:42:37.413" v="994" actId="14100"/>
          <ac:spMkLst>
            <pc:docMk/>
            <pc:sldMk cId="4147870583" sldId="389"/>
            <ac:spMk id="2" creationId="{B463E4D1-2D3B-E443-761B-B0A2E69FE691}"/>
          </ac:spMkLst>
        </pc:spChg>
      </pc:sldChg>
      <pc:sldChg chg="modSp mod">
        <pc:chgData name="Schlesinger, Sebastian" userId="d814e6c9-e9fb-4b77-84f7-ccd8aa3529bb" providerId="ADAL" clId="{6D2FDA67-24CA-54D8-B1B4-CE061F2DAD41}" dt="2026-10-07T18:42:57.564" v="998" actId="14100"/>
        <pc:sldMkLst>
          <pc:docMk/>
          <pc:sldMk cId="969711195" sldId="390"/>
        </pc:sldMkLst>
        <pc:spChg chg="mod">
          <ac:chgData name="Schlesinger, Sebastian" userId="d814e6c9-e9fb-4b77-84f7-ccd8aa3529bb" providerId="ADAL" clId="{6D2FDA67-24CA-54D8-B1B4-CE061F2DAD41}" dt="2026-10-07T18:42:57.564" v="998" actId="14100"/>
          <ac:spMkLst>
            <pc:docMk/>
            <pc:sldMk cId="969711195" sldId="390"/>
            <ac:spMk id="2" creationId="{BB1CA023-3FB1-3086-DB1F-06C0EEAD8CC9}"/>
          </ac:spMkLst>
        </pc:spChg>
      </pc:sldChg>
      <pc:sldChg chg="ord">
        <pc:chgData name="Schlesinger, Sebastian" userId="d814e6c9-e9fb-4b77-84f7-ccd8aa3529bb" providerId="ADAL" clId="{6D2FDA67-24CA-54D8-B1B4-CE061F2DAD41}" dt="2026-10-07T18:42:47.632" v="996" actId="20578"/>
        <pc:sldMkLst>
          <pc:docMk/>
          <pc:sldMk cId="210099474" sldId="391"/>
        </pc:sldMkLst>
      </pc:sldChg>
      <pc:sldChg chg="del">
        <pc:chgData name="Schlesinger, Sebastian" userId="d814e6c9-e9fb-4b77-84f7-ccd8aa3529bb" providerId="ADAL" clId="{6D2FDA67-24CA-54D8-B1B4-CE061F2DAD41}" dt="2026-10-07T18:37:42.262" v="866" actId="2696"/>
        <pc:sldMkLst>
          <pc:docMk/>
          <pc:sldMk cId="2077768127" sldId="392"/>
        </pc:sldMkLst>
      </pc:sldChg>
      <pc:sldChg chg="addSp modSp new mod">
        <pc:chgData name="Schlesinger, Sebastian" userId="d814e6c9-e9fb-4b77-84f7-ccd8aa3529bb" providerId="ADAL" clId="{6D2FDA67-24CA-54D8-B1B4-CE061F2DAD41}" dt="2026-10-07T19:13:47.096" v="1017" actId="14100"/>
        <pc:sldMkLst>
          <pc:docMk/>
          <pc:sldMk cId="4270437626" sldId="394"/>
        </pc:sldMkLst>
        <pc:spChg chg="mod">
          <ac:chgData name="Schlesinger, Sebastian" userId="d814e6c9-e9fb-4b77-84f7-ccd8aa3529bb" providerId="ADAL" clId="{6D2FDA67-24CA-54D8-B1B4-CE061F2DAD41}" dt="2026-10-07T18:16:32.797" v="193" actId="20577"/>
          <ac:spMkLst>
            <pc:docMk/>
            <pc:sldMk cId="4270437626" sldId="394"/>
            <ac:spMk id="2" creationId="{4176DE01-D0CD-943E-986F-8C7014F12624}"/>
          </ac:spMkLst>
        </pc:spChg>
        <pc:spChg chg="mod">
          <ac:chgData name="Schlesinger, Sebastian" userId="d814e6c9-e9fb-4b77-84f7-ccd8aa3529bb" providerId="ADAL" clId="{6D2FDA67-24CA-54D8-B1B4-CE061F2DAD41}" dt="2026-10-07T19:13:47.096" v="1017" actId="14100"/>
          <ac:spMkLst>
            <pc:docMk/>
            <pc:sldMk cId="4270437626" sldId="394"/>
            <ac:spMk id="3" creationId="{8265047F-4DFE-9926-4D70-9AD64A6ED7F4}"/>
          </ac:spMkLst>
        </pc:spChg>
        <pc:spChg chg="add mod">
          <ac:chgData name="Schlesinger, Sebastian" userId="d814e6c9-e9fb-4b77-84f7-ccd8aa3529bb" providerId="ADAL" clId="{6D2FDA67-24CA-54D8-B1B4-CE061F2DAD41}" dt="2026-10-07T18:34:24.272" v="843" actId="1076"/>
          <ac:spMkLst>
            <pc:docMk/>
            <pc:sldMk cId="4270437626" sldId="394"/>
            <ac:spMk id="5" creationId="{942098FE-62AF-A4F3-8F43-887F87D09458}"/>
          </ac:spMkLst>
        </pc:spChg>
      </pc:sldChg>
      <pc:sldChg chg="addSp delSp modSp new mod">
        <pc:chgData name="Schlesinger, Sebastian" userId="d814e6c9-e9fb-4b77-84f7-ccd8aa3529bb" providerId="ADAL" clId="{6D2FDA67-24CA-54D8-B1B4-CE061F2DAD41}" dt="2026-10-07T18:42:29.464" v="992" actId="1076"/>
        <pc:sldMkLst>
          <pc:docMk/>
          <pc:sldMk cId="2712857488" sldId="395"/>
        </pc:sldMkLst>
        <pc:spChg chg="mod">
          <ac:chgData name="Schlesinger, Sebastian" userId="d814e6c9-e9fb-4b77-84f7-ccd8aa3529bb" providerId="ADAL" clId="{6D2FDA67-24CA-54D8-B1B4-CE061F2DAD41}" dt="2026-10-07T18:38:33.982" v="971" actId="20577"/>
          <ac:spMkLst>
            <pc:docMk/>
            <pc:sldMk cId="2712857488" sldId="395"/>
            <ac:spMk id="2" creationId="{064D2162-9BB8-F23C-88FC-429FD33DCB54}"/>
          </ac:spMkLst>
        </pc:spChg>
        <pc:spChg chg="del">
          <ac:chgData name="Schlesinger, Sebastian" userId="d814e6c9-e9fb-4b77-84f7-ccd8aa3529bb" providerId="ADAL" clId="{6D2FDA67-24CA-54D8-B1B4-CE061F2DAD41}" dt="2026-10-07T18:40:17.529" v="973" actId="478"/>
          <ac:spMkLst>
            <pc:docMk/>
            <pc:sldMk cId="2712857488" sldId="395"/>
            <ac:spMk id="3" creationId="{92646BF1-9646-2EA5-5204-BD12E37BF756}"/>
          </ac:spMkLst>
        </pc:spChg>
        <pc:spChg chg="add del mod">
          <ac:chgData name="Schlesinger, Sebastian" userId="d814e6c9-e9fb-4b77-84f7-ccd8aa3529bb" providerId="ADAL" clId="{6D2FDA67-24CA-54D8-B1B4-CE061F2DAD41}" dt="2026-10-07T18:40:21.987" v="974" actId="478"/>
          <ac:spMkLst>
            <pc:docMk/>
            <pc:sldMk cId="2712857488" sldId="395"/>
            <ac:spMk id="5" creationId="{D19AA56E-59BE-7EC5-04F8-3C0FF519B60F}"/>
          </ac:spMkLst>
        </pc:spChg>
        <pc:spChg chg="mod">
          <ac:chgData name="Schlesinger, Sebastian" userId="d814e6c9-e9fb-4b77-84f7-ccd8aa3529bb" providerId="ADAL" clId="{6D2FDA67-24CA-54D8-B1B4-CE061F2DAD41}" dt="2026-10-07T18:40:14.327" v="972"/>
          <ac:spMkLst>
            <pc:docMk/>
            <pc:sldMk cId="2712857488" sldId="395"/>
            <ac:spMk id="10" creationId="{4CC9EE44-6419-4283-EB54-A6488CFE51FE}"/>
          </ac:spMkLst>
        </pc:spChg>
        <pc:spChg chg="mod">
          <ac:chgData name="Schlesinger, Sebastian" userId="d814e6c9-e9fb-4b77-84f7-ccd8aa3529bb" providerId="ADAL" clId="{6D2FDA67-24CA-54D8-B1B4-CE061F2DAD41}" dt="2026-10-07T18:40:14.327" v="972"/>
          <ac:spMkLst>
            <pc:docMk/>
            <pc:sldMk cId="2712857488" sldId="395"/>
            <ac:spMk id="11" creationId="{13C68260-F5ED-30D5-3DB1-272AEBB42881}"/>
          </ac:spMkLst>
        </pc:spChg>
        <pc:spChg chg="mod">
          <ac:chgData name="Schlesinger, Sebastian" userId="d814e6c9-e9fb-4b77-84f7-ccd8aa3529bb" providerId="ADAL" clId="{6D2FDA67-24CA-54D8-B1B4-CE061F2DAD41}" dt="2026-10-07T18:40:14.327" v="972"/>
          <ac:spMkLst>
            <pc:docMk/>
            <pc:sldMk cId="2712857488" sldId="395"/>
            <ac:spMk id="13" creationId="{6493130A-B78F-0E72-6127-006F3A9B7F0D}"/>
          </ac:spMkLst>
        </pc:spChg>
        <pc:spChg chg="mod">
          <ac:chgData name="Schlesinger, Sebastian" userId="d814e6c9-e9fb-4b77-84f7-ccd8aa3529bb" providerId="ADAL" clId="{6D2FDA67-24CA-54D8-B1B4-CE061F2DAD41}" dt="2026-10-07T18:40:14.327" v="972"/>
          <ac:spMkLst>
            <pc:docMk/>
            <pc:sldMk cId="2712857488" sldId="395"/>
            <ac:spMk id="14" creationId="{7106146C-3B2B-5563-1B66-AFDC4013EB80}"/>
          </ac:spMkLst>
        </pc:spChg>
        <pc:spChg chg="mod">
          <ac:chgData name="Schlesinger, Sebastian" userId="d814e6c9-e9fb-4b77-84f7-ccd8aa3529bb" providerId="ADAL" clId="{6D2FDA67-24CA-54D8-B1B4-CE061F2DAD41}" dt="2026-10-07T18:40:14.327" v="972"/>
          <ac:spMkLst>
            <pc:docMk/>
            <pc:sldMk cId="2712857488" sldId="395"/>
            <ac:spMk id="16" creationId="{093ACCAB-8A2C-CC46-7FD5-30755D01F8BB}"/>
          </ac:spMkLst>
        </pc:spChg>
        <pc:spChg chg="mod">
          <ac:chgData name="Schlesinger, Sebastian" userId="d814e6c9-e9fb-4b77-84f7-ccd8aa3529bb" providerId="ADAL" clId="{6D2FDA67-24CA-54D8-B1B4-CE061F2DAD41}" dt="2026-10-07T18:40:14.327" v="972"/>
          <ac:spMkLst>
            <pc:docMk/>
            <pc:sldMk cId="2712857488" sldId="395"/>
            <ac:spMk id="17" creationId="{4D1F7E40-DFAD-A23A-85BD-F9363C7D8AB7}"/>
          </ac:spMkLst>
        </pc:spChg>
        <pc:grpChg chg="add del mod">
          <ac:chgData name="Schlesinger, Sebastian" userId="d814e6c9-e9fb-4b77-84f7-ccd8aa3529bb" providerId="ADAL" clId="{6D2FDA67-24CA-54D8-B1B4-CE061F2DAD41}" dt="2026-10-07T18:40:21.987" v="974" actId="478"/>
          <ac:grpSpMkLst>
            <pc:docMk/>
            <pc:sldMk cId="2712857488" sldId="395"/>
            <ac:grpSpMk id="9" creationId="{022119B6-5F5B-28A6-3DBE-474A667DF95C}"/>
          </ac:grpSpMkLst>
        </pc:grpChg>
        <pc:grpChg chg="add del mod">
          <ac:chgData name="Schlesinger, Sebastian" userId="d814e6c9-e9fb-4b77-84f7-ccd8aa3529bb" providerId="ADAL" clId="{6D2FDA67-24CA-54D8-B1B4-CE061F2DAD41}" dt="2026-10-07T18:40:21.987" v="974" actId="478"/>
          <ac:grpSpMkLst>
            <pc:docMk/>
            <pc:sldMk cId="2712857488" sldId="395"/>
            <ac:grpSpMk id="12" creationId="{270BBC88-13A1-BBE2-990B-447D5F3FB8E1}"/>
          </ac:grpSpMkLst>
        </pc:grpChg>
        <pc:grpChg chg="add del mod">
          <ac:chgData name="Schlesinger, Sebastian" userId="d814e6c9-e9fb-4b77-84f7-ccd8aa3529bb" providerId="ADAL" clId="{6D2FDA67-24CA-54D8-B1B4-CE061F2DAD41}" dt="2026-10-07T18:40:21.987" v="974" actId="478"/>
          <ac:grpSpMkLst>
            <pc:docMk/>
            <pc:sldMk cId="2712857488" sldId="395"/>
            <ac:grpSpMk id="15" creationId="{BB8338BB-2376-DAEB-7139-D8EC57F8B784}"/>
          </ac:grpSpMkLst>
        </pc:grpChg>
        <pc:picChg chg="add mod">
          <ac:chgData name="Schlesinger, Sebastian" userId="d814e6c9-e9fb-4b77-84f7-ccd8aa3529bb" providerId="ADAL" clId="{6D2FDA67-24CA-54D8-B1B4-CE061F2DAD41}" dt="2026-10-07T18:41:10.113" v="981" actId="1076"/>
          <ac:picMkLst>
            <pc:docMk/>
            <pc:sldMk cId="2712857488" sldId="395"/>
            <ac:picMk id="18" creationId="{97037897-9A70-7F00-8EF2-0F9DFEFE44AA}"/>
          </ac:picMkLst>
        </pc:picChg>
        <pc:picChg chg="add mod">
          <ac:chgData name="Schlesinger, Sebastian" userId="d814e6c9-e9fb-4b77-84f7-ccd8aa3529bb" providerId="ADAL" clId="{6D2FDA67-24CA-54D8-B1B4-CE061F2DAD41}" dt="2026-10-07T18:42:29.464" v="992" actId="1076"/>
          <ac:picMkLst>
            <pc:docMk/>
            <pc:sldMk cId="2712857488" sldId="395"/>
            <ac:picMk id="19" creationId="{DF916782-AB33-5EB9-FAEA-9B62C67BDF92}"/>
          </ac:picMkLst>
        </pc:picChg>
        <pc:picChg chg="add mod">
          <ac:chgData name="Schlesinger, Sebastian" userId="d814e6c9-e9fb-4b77-84f7-ccd8aa3529bb" providerId="ADAL" clId="{6D2FDA67-24CA-54D8-B1B4-CE061F2DAD41}" dt="2026-10-07T18:41:14.747" v="984" actId="1076"/>
          <ac:picMkLst>
            <pc:docMk/>
            <pc:sldMk cId="2712857488" sldId="395"/>
            <ac:picMk id="20" creationId="{B3B2FB36-976C-F007-B74C-FF284338BD20}"/>
          </ac:picMkLst>
        </pc:picChg>
        <pc:picChg chg="add mod">
          <ac:chgData name="Schlesinger, Sebastian" userId="d814e6c9-e9fb-4b77-84f7-ccd8aa3529bb" providerId="ADAL" clId="{6D2FDA67-24CA-54D8-B1B4-CE061F2DAD41}" dt="2026-10-07T18:42:27.932" v="991" actId="1076"/>
          <ac:picMkLst>
            <pc:docMk/>
            <pc:sldMk cId="2712857488" sldId="395"/>
            <ac:picMk id="21" creationId="{09E87528-56B3-D343-DE5B-BAEB74DC4391}"/>
          </ac:picMkLst>
        </pc:picChg>
        <pc:cxnChg chg="del mod">
          <ac:chgData name="Schlesinger, Sebastian" userId="d814e6c9-e9fb-4b77-84f7-ccd8aa3529bb" providerId="ADAL" clId="{6D2FDA67-24CA-54D8-B1B4-CE061F2DAD41}" dt="2026-10-07T18:40:21.987" v="974" actId="478"/>
          <ac:cxnSpMkLst>
            <pc:docMk/>
            <pc:sldMk cId="2712857488" sldId="395"/>
            <ac:cxnSpMk id="6" creationId="{48B54261-85FE-0E9A-7C05-89837AAB4A2D}"/>
          </ac:cxnSpMkLst>
        </pc:cxnChg>
        <pc:cxnChg chg="del mod">
          <ac:chgData name="Schlesinger, Sebastian" userId="d814e6c9-e9fb-4b77-84f7-ccd8aa3529bb" providerId="ADAL" clId="{6D2FDA67-24CA-54D8-B1B4-CE061F2DAD41}" dt="2026-10-07T18:40:21.987" v="974" actId="478"/>
          <ac:cxnSpMkLst>
            <pc:docMk/>
            <pc:sldMk cId="2712857488" sldId="395"/>
            <ac:cxnSpMk id="7" creationId="{6B0C92DA-C2D1-56CF-1B31-95E79C2E85D3}"/>
          </ac:cxnSpMkLst>
        </pc:cxnChg>
        <pc:cxnChg chg="del mod">
          <ac:chgData name="Schlesinger, Sebastian" userId="d814e6c9-e9fb-4b77-84f7-ccd8aa3529bb" providerId="ADAL" clId="{6D2FDA67-24CA-54D8-B1B4-CE061F2DAD41}" dt="2026-10-07T18:40:21.987" v="974" actId="478"/>
          <ac:cxnSpMkLst>
            <pc:docMk/>
            <pc:sldMk cId="2712857488" sldId="395"/>
            <ac:cxnSpMk id="8" creationId="{67650629-4FF6-7610-F301-681FE0FD9293}"/>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6" name="Rectangle 2"/>
          <p:cNvSpPr>
            <a:spLocks noGrp="1" noChangeArrowheads="1"/>
          </p:cNvSpPr>
          <p:nvPr>
            <p:ph type="hdr" sz="quarter"/>
          </p:nvPr>
        </p:nvSpPr>
        <p:spPr bwMode="auto">
          <a:xfrm>
            <a:off x="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defTabSz="911866">
              <a:defRPr sz="1200"/>
            </a:lvl1pPr>
          </a:lstStyle>
          <a:p>
            <a:pPr>
              <a:defRPr/>
            </a:pPr>
            <a:endParaRPr lang="de-DE"/>
          </a:p>
        </p:txBody>
      </p:sp>
      <p:sp>
        <p:nvSpPr>
          <p:cNvPr id="21507" name="Rectangle 3"/>
          <p:cNvSpPr>
            <a:spLocks noGrp="1" noChangeArrowheads="1"/>
          </p:cNvSpPr>
          <p:nvPr>
            <p:ph type="dt" sz="quarter" idx="1"/>
          </p:nvPr>
        </p:nvSpPr>
        <p:spPr bwMode="auto">
          <a:xfrm>
            <a:off x="384789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algn="r" defTabSz="911866">
              <a:defRPr sz="1200"/>
            </a:lvl1pPr>
          </a:lstStyle>
          <a:p>
            <a:pPr>
              <a:defRPr/>
            </a:pPr>
            <a:fld id="{1AF14A10-99AE-4120-9323-6CE7BBE3976A}" type="datetime4">
              <a:rPr lang="en-GB"/>
              <a:pPr>
                <a:defRPr/>
              </a:pPr>
              <a:t>7 October 2026</a:t>
            </a:fld>
            <a:endParaRPr lang="de-DE"/>
          </a:p>
        </p:txBody>
      </p:sp>
      <p:sp>
        <p:nvSpPr>
          <p:cNvPr id="21508" name="Rectangle 4"/>
          <p:cNvSpPr>
            <a:spLocks noGrp="1" noChangeArrowheads="1"/>
          </p:cNvSpPr>
          <p:nvPr>
            <p:ph type="ftr" sz="quarter" idx="2"/>
          </p:nvPr>
        </p:nvSpPr>
        <p:spPr bwMode="auto">
          <a:xfrm>
            <a:off x="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defTabSz="911866">
              <a:defRPr sz="1200"/>
            </a:lvl1pPr>
          </a:lstStyle>
          <a:p>
            <a:pPr>
              <a:defRPr/>
            </a:pPr>
            <a:endParaRPr lang="de-DE"/>
          </a:p>
        </p:txBody>
      </p:sp>
      <p:sp>
        <p:nvSpPr>
          <p:cNvPr id="21509" name="Rectangle 5"/>
          <p:cNvSpPr>
            <a:spLocks noGrp="1" noChangeArrowheads="1"/>
          </p:cNvSpPr>
          <p:nvPr>
            <p:ph type="sldNum" sz="quarter" idx="3"/>
          </p:nvPr>
        </p:nvSpPr>
        <p:spPr bwMode="auto">
          <a:xfrm>
            <a:off x="384789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algn="r" defTabSz="911866">
              <a:defRPr sz="1200"/>
            </a:lvl1pPr>
          </a:lstStyle>
          <a:p>
            <a:pPr>
              <a:defRPr/>
            </a:pPr>
            <a:fld id="{DB03FF46-B441-4521-8D2C-1B4B52A8D75C}" type="slidenum">
              <a:rPr lang="de-DE"/>
              <a:pPr>
                <a:defRPr/>
              </a:pPr>
              <a:t>‹#›</a:t>
            </a:fld>
            <a:endParaRPr lang="de-DE"/>
          </a:p>
        </p:txBody>
      </p:sp>
    </p:spTree>
    <p:extLst>
      <p:ext uri="{BB962C8B-B14F-4D97-AF65-F5344CB8AC3E}">
        <p14:creationId xmlns:p14="http://schemas.microsoft.com/office/powerpoint/2010/main" val="403377048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defTabSz="911866">
              <a:defRPr sz="1200"/>
            </a:lvl1pPr>
          </a:lstStyle>
          <a:p>
            <a:pPr>
              <a:defRPr/>
            </a:pPr>
            <a:endParaRPr lang="de-DE"/>
          </a:p>
        </p:txBody>
      </p:sp>
      <p:sp>
        <p:nvSpPr>
          <p:cNvPr id="23555" name="Rectangle 3"/>
          <p:cNvSpPr>
            <a:spLocks noGrp="1" noChangeArrowheads="1"/>
          </p:cNvSpPr>
          <p:nvPr>
            <p:ph type="dt" idx="1"/>
          </p:nvPr>
        </p:nvSpPr>
        <p:spPr bwMode="auto">
          <a:xfrm>
            <a:off x="3847890" y="0"/>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lvl1pPr algn="r" defTabSz="911866">
              <a:defRPr sz="1200"/>
            </a:lvl1pPr>
          </a:lstStyle>
          <a:p>
            <a:pPr>
              <a:defRPr/>
            </a:pPr>
            <a:fld id="{D267AC1B-09BC-43E5-9AA7-F5ABF6F8E08F}" type="datetime4">
              <a:rPr lang="en-GB"/>
              <a:pPr>
                <a:defRPr/>
              </a:pPr>
              <a:t>7 October 2026</a:t>
            </a:fld>
            <a:endParaRPr lang="de-DE"/>
          </a:p>
        </p:txBody>
      </p:sp>
      <p:sp>
        <p:nvSpPr>
          <p:cNvPr id="25604" name="Rectangle 4"/>
          <p:cNvSpPr>
            <a:spLocks noGrp="1" noRot="1" noChangeAspect="1" noChangeArrowheads="1" noTextEdit="1"/>
          </p:cNvSpPr>
          <p:nvPr>
            <p:ph type="sldImg" idx="2"/>
          </p:nvPr>
        </p:nvSpPr>
        <p:spPr bwMode="auto">
          <a:xfrm>
            <a:off x="87313" y="744538"/>
            <a:ext cx="6618287" cy="372427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679133" y="4718214"/>
            <a:ext cx="5436235" cy="4469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23558" name="Rectangle 6"/>
          <p:cNvSpPr>
            <a:spLocks noGrp="1" noChangeArrowheads="1"/>
          </p:cNvSpPr>
          <p:nvPr>
            <p:ph type="ftr" sz="quarter" idx="4"/>
          </p:nvPr>
        </p:nvSpPr>
        <p:spPr bwMode="auto">
          <a:xfrm>
            <a:off x="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defTabSz="911866">
              <a:defRPr sz="1200"/>
            </a:lvl1pPr>
          </a:lstStyle>
          <a:p>
            <a:pPr>
              <a:defRPr/>
            </a:pPr>
            <a:endParaRPr lang="de-DE"/>
          </a:p>
        </p:txBody>
      </p:sp>
      <p:sp>
        <p:nvSpPr>
          <p:cNvPr id="23559" name="Rectangle 7"/>
          <p:cNvSpPr>
            <a:spLocks noGrp="1" noChangeArrowheads="1"/>
          </p:cNvSpPr>
          <p:nvPr>
            <p:ph type="sldNum" sz="quarter" idx="5"/>
          </p:nvPr>
        </p:nvSpPr>
        <p:spPr bwMode="auto">
          <a:xfrm>
            <a:off x="3847890" y="9433234"/>
            <a:ext cx="2945024" cy="4965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138" tIns="45569" rIns="91138" bIns="45569" numCol="1" anchor="b" anchorCtr="0" compatLnSpc="1">
            <a:prstTxWarp prst="textNoShape">
              <a:avLst/>
            </a:prstTxWarp>
          </a:bodyPr>
          <a:lstStyle>
            <a:lvl1pPr algn="r" defTabSz="911866">
              <a:defRPr sz="1200"/>
            </a:lvl1pPr>
          </a:lstStyle>
          <a:p>
            <a:pPr>
              <a:defRPr/>
            </a:pPr>
            <a:fld id="{B57844BD-24B7-46FF-891B-10CD66679B94}" type="slidenum">
              <a:rPr lang="de-DE"/>
              <a:pPr>
                <a:defRPr/>
              </a:pPr>
              <a:t>‹#›</a:t>
            </a:fld>
            <a:endParaRPr lang="de-DE"/>
          </a:p>
        </p:txBody>
      </p:sp>
    </p:spTree>
    <p:extLst>
      <p:ext uri="{BB962C8B-B14F-4D97-AF65-F5344CB8AC3E}">
        <p14:creationId xmlns:p14="http://schemas.microsoft.com/office/powerpoint/2010/main" val="19858433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B57844BD-24B7-46FF-891B-10CD66679B94}" type="slidenum">
              <a:rPr lang="de-DE" smtClean="0"/>
              <a:pPr>
                <a:defRPr/>
              </a:pPr>
              <a:t>7</a:t>
            </a:fld>
            <a:endParaRPr lang="de-DE"/>
          </a:p>
        </p:txBody>
      </p:sp>
    </p:spTree>
    <p:extLst>
      <p:ext uri="{BB962C8B-B14F-4D97-AF65-F5344CB8AC3E}">
        <p14:creationId xmlns:p14="http://schemas.microsoft.com/office/powerpoint/2010/main" val="2903609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14917" y="2708275"/>
            <a:ext cx="10562167" cy="2880965"/>
          </a:xfrm>
          <a:prstGeom prst="rect">
            <a:avLst/>
          </a:prstGeom>
        </p:spPr>
        <p:txBody>
          <a:bodyPr/>
          <a:lstStyle>
            <a:lvl1pPr>
              <a:lnSpc>
                <a:spcPct val="100000"/>
              </a:lnSpc>
              <a:defRPr sz="4800">
                <a:solidFill>
                  <a:srgbClr val="D50C2F"/>
                </a:solidFill>
              </a:defRPr>
            </a:lvl1pPr>
          </a:lstStyle>
          <a:p>
            <a:r>
              <a:rPr lang="de-DE"/>
              <a:t>Titelmasterformat durch Klicken bearbeiten</a:t>
            </a:r>
          </a:p>
        </p:txBody>
      </p:sp>
    </p:spTree>
    <p:extLst>
      <p:ext uri="{BB962C8B-B14F-4D97-AF65-F5344CB8AC3E}">
        <p14:creationId xmlns:p14="http://schemas.microsoft.com/office/powerpoint/2010/main" val="3032260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pic>
        <p:nvPicPr>
          <p:cNvPr id="4" name="Picture 6"/>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712201" y="296862"/>
            <a:ext cx="2950633" cy="683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p:cNvSpPr>
            <a:spLocks noGrp="1"/>
          </p:cNvSpPr>
          <p:nvPr>
            <p:ph type="title"/>
          </p:nvPr>
        </p:nvSpPr>
        <p:spPr/>
        <p:txBody>
          <a:bodyPr/>
          <a:lstStyle/>
          <a:p>
            <a:r>
              <a:rPr lang="de-DE" noProof="0"/>
              <a:t>Titelmasterformat durch Klicken bearbeiten</a:t>
            </a:r>
          </a:p>
        </p:txBody>
      </p:sp>
      <p:sp>
        <p:nvSpPr>
          <p:cNvPr id="3" name="Inhaltsplatzhalter 2"/>
          <p:cNvSpPr>
            <a:spLocks noGrp="1"/>
          </p:cNvSpPr>
          <p:nvPr>
            <p:ph idx="1"/>
          </p:nvPr>
        </p:nvSpPr>
        <p:spPr/>
        <p:txBody>
          <a:bodyPr bIns="10800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3"/>
          <p:cNvSpPr>
            <a:spLocks noGrp="1"/>
          </p:cNvSpPr>
          <p:nvPr>
            <p:ph type="dt" sz="half" idx="10"/>
          </p:nvPr>
        </p:nvSpPr>
        <p:spPr/>
        <p:txBody>
          <a:bodyPr/>
          <a:lstStyle>
            <a:lvl1pPr>
              <a:defRPr/>
            </a:lvl1pPr>
          </a:lstStyle>
          <a:p>
            <a:pPr>
              <a:defRPr/>
            </a:pPr>
            <a:r>
              <a:rPr lang="de-DE"/>
              <a:t>4. Dezember 2013</a:t>
            </a:r>
          </a:p>
        </p:txBody>
      </p:sp>
      <p:sp>
        <p:nvSpPr>
          <p:cNvPr id="6" name="Fußzeilenplatzhalter 4"/>
          <p:cNvSpPr>
            <a:spLocks noGrp="1"/>
          </p:cNvSpPr>
          <p:nvPr>
            <p:ph type="ftr" sz="quarter" idx="11"/>
          </p:nvPr>
        </p:nvSpPr>
        <p:spPr/>
        <p:txBody>
          <a:bodyPr/>
          <a:lstStyle>
            <a:lvl1pPr>
              <a:defRPr/>
            </a:lvl1pPr>
          </a:lstStyle>
          <a:p>
            <a:pPr>
              <a:defRPr/>
            </a:pPr>
            <a:endParaRPr lang="de-DE"/>
          </a:p>
        </p:txBody>
      </p:sp>
      <p:sp>
        <p:nvSpPr>
          <p:cNvPr id="7" name="Foliennummernplatzhalter 5"/>
          <p:cNvSpPr>
            <a:spLocks noGrp="1"/>
          </p:cNvSpPr>
          <p:nvPr>
            <p:ph type="sldNum" sz="quarter" idx="12"/>
          </p:nvPr>
        </p:nvSpPr>
        <p:spPr/>
        <p:txBody>
          <a:bodyPr/>
          <a:lstStyle>
            <a:lvl1pPr>
              <a:defRPr/>
            </a:lvl1pPr>
          </a:lstStyle>
          <a:p>
            <a:pPr>
              <a:defRPr/>
            </a:pPr>
            <a:fld id="{B412CF81-FBD2-4988-8D72-9A03E2875460}" type="slidenum">
              <a:rPr lang="de-DE"/>
              <a:pPr>
                <a:defRPr/>
              </a:pPr>
              <a:t>‹#›</a:t>
            </a:fld>
            <a:endParaRPr lang="de-DE"/>
          </a:p>
        </p:txBody>
      </p:sp>
    </p:spTree>
    <p:extLst>
      <p:ext uri="{BB962C8B-B14F-4D97-AF65-F5344CB8AC3E}">
        <p14:creationId xmlns:p14="http://schemas.microsoft.com/office/powerpoint/2010/main" val="38989342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2_Titelfolie">
    <p:spTree>
      <p:nvGrpSpPr>
        <p:cNvPr id="1" name=""/>
        <p:cNvGrpSpPr/>
        <p:nvPr/>
      </p:nvGrpSpPr>
      <p:grpSpPr>
        <a:xfrm>
          <a:off x="0" y="0"/>
          <a:ext cx="0" cy="0"/>
          <a:chOff x="0" y="0"/>
          <a:chExt cx="0" cy="0"/>
        </a:xfrm>
      </p:grpSpPr>
      <p:pic>
        <p:nvPicPr>
          <p:cNvPr id="4" name="Picture 9" descr="HWR_Logo_farbi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08434" y="222251"/>
            <a:ext cx="357716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6" name="Rectangle 2"/>
          <p:cNvSpPr>
            <a:spLocks noGrp="1" noChangeArrowheads="1"/>
          </p:cNvSpPr>
          <p:nvPr>
            <p:ph type="ctrTitle"/>
          </p:nvPr>
        </p:nvSpPr>
        <p:spPr>
          <a:xfrm>
            <a:off x="203200" y="1219200"/>
            <a:ext cx="11684000" cy="762000"/>
          </a:xfrm>
        </p:spPr>
        <p:txBody>
          <a:bodyPr anchor="t"/>
          <a:lstStyle>
            <a:lvl1pPr>
              <a:defRPr sz="2800"/>
            </a:lvl1pPr>
          </a:lstStyle>
          <a:p>
            <a:pPr lvl="0"/>
            <a:r>
              <a:rPr lang="de-DE" noProof="0"/>
              <a:t>Klicken Sie, um das Titelformat zu bearbeiten</a:t>
            </a:r>
          </a:p>
        </p:txBody>
      </p:sp>
      <p:sp>
        <p:nvSpPr>
          <p:cNvPr id="113667" name="Rectangle 3"/>
          <p:cNvSpPr>
            <a:spLocks noGrp="1" noChangeArrowheads="1"/>
          </p:cNvSpPr>
          <p:nvPr>
            <p:ph type="subTitle" idx="1"/>
          </p:nvPr>
        </p:nvSpPr>
        <p:spPr>
          <a:xfrm>
            <a:off x="203200" y="2057400"/>
            <a:ext cx="11684000" cy="1752600"/>
          </a:xfrm>
        </p:spPr>
        <p:txBody>
          <a:bodyPr/>
          <a:lstStyle>
            <a:lvl1pPr marL="0" indent="0">
              <a:buFont typeface="Wingdings" pitchFamily="2" charset="2"/>
              <a:buNone/>
              <a:defRPr/>
            </a:lvl1pPr>
          </a:lstStyle>
          <a:p>
            <a:pPr lvl="0"/>
            <a:r>
              <a:rPr lang="de-DE" noProof="0"/>
              <a:t>Klicken Sie, um das Format des Untertitelmasters zu bearbeiten</a:t>
            </a:r>
          </a:p>
        </p:txBody>
      </p:sp>
    </p:spTree>
    <p:extLst>
      <p:ext uri="{BB962C8B-B14F-4D97-AF65-F5344CB8AC3E}">
        <p14:creationId xmlns:p14="http://schemas.microsoft.com/office/powerpoint/2010/main" val="335041417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extplatzhalter 1"/>
          <p:cNvSpPr>
            <a:spLocks noGrp="1"/>
          </p:cNvSpPr>
          <p:nvPr>
            <p:ph type="body" idx="1"/>
          </p:nvPr>
        </p:nvSpPr>
        <p:spPr bwMode="auto">
          <a:xfrm>
            <a:off x="1056217" y="1989138"/>
            <a:ext cx="8879416"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08000" rIns="0" bIns="0" numCol="1" anchor="t" anchorCtr="0" compatLnSpc="1">
            <a:prstTxWarp prst="textNoShape">
              <a:avLst/>
            </a:prstTxWarp>
          </a:bodyPr>
          <a:lstStyle/>
          <a:p>
            <a:pPr lvl="0"/>
            <a:r>
              <a:rPr lang="de-DE" altLang="de-DE"/>
              <a:t>Textmasterformat bearbeiten</a:t>
            </a:r>
          </a:p>
          <a:p>
            <a:pPr lvl="1"/>
            <a:r>
              <a:rPr lang="de-DE" altLang="de-DE"/>
              <a:t>Zweite Ebene</a:t>
            </a:r>
          </a:p>
          <a:p>
            <a:pPr lvl="2"/>
            <a:r>
              <a:rPr lang="de-DE" altLang="de-DE"/>
              <a:t>Dritte Ebene</a:t>
            </a:r>
          </a:p>
          <a:p>
            <a:pPr lvl="3"/>
            <a:r>
              <a:rPr lang="de-DE" altLang="de-DE"/>
              <a:t>Vierte Ebene</a:t>
            </a:r>
          </a:p>
          <a:p>
            <a:pPr lvl="4"/>
            <a:r>
              <a:rPr lang="de-DE" altLang="de-DE"/>
              <a:t>Fünfte Ebene</a:t>
            </a:r>
          </a:p>
        </p:txBody>
      </p:sp>
      <p:sp>
        <p:nvSpPr>
          <p:cNvPr id="1027" name="Titelplatzhalter 2"/>
          <p:cNvSpPr>
            <a:spLocks noGrp="1"/>
          </p:cNvSpPr>
          <p:nvPr>
            <p:ph type="title"/>
          </p:nvPr>
        </p:nvSpPr>
        <p:spPr bwMode="auto">
          <a:xfrm>
            <a:off x="1056217" y="395289"/>
            <a:ext cx="6959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72000" rIns="0" bIns="0" numCol="1" anchor="t" anchorCtr="0" compatLnSpc="1">
            <a:prstTxWarp prst="textNoShape">
              <a:avLst/>
            </a:prstTxWarp>
          </a:bodyPr>
          <a:lstStyle/>
          <a:p>
            <a:pPr lvl="0"/>
            <a:r>
              <a:rPr lang="de-DE" altLang="de-DE"/>
              <a:t>Titelmasterformat durch Klicken bearbeiten</a:t>
            </a:r>
          </a:p>
        </p:txBody>
      </p:sp>
      <p:sp>
        <p:nvSpPr>
          <p:cNvPr id="7" name="Datumsplatzhalter 6"/>
          <p:cNvSpPr>
            <a:spLocks noGrp="1"/>
          </p:cNvSpPr>
          <p:nvPr>
            <p:ph type="dt" sz="half" idx="2"/>
          </p:nvPr>
        </p:nvSpPr>
        <p:spPr>
          <a:xfrm>
            <a:off x="1056218" y="6308726"/>
            <a:ext cx="2398183" cy="365125"/>
          </a:xfrm>
          <a:prstGeom prst="rect">
            <a:avLst/>
          </a:prstGeom>
        </p:spPr>
        <p:txBody>
          <a:bodyPr vert="horz" lIns="0" tIns="72000" rIns="0" bIns="0" rtlCol="0" anchor="t" anchorCtr="0">
            <a:noAutofit/>
          </a:bodyPr>
          <a:lstStyle>
            <a:lvl1pPr algn="l">
              <a:defRPr sz="1200">
                <a:solidFill>
                  <a:schemeClr val="tx1">
                    <a:tint val="75000"/>
                  </a:schemeClr>
                </a:solidFill>
              </a:defRPr>
            </a:lvl1pPr>
          </a:lstStyle>
          <a:p>
            <a:pPr>
              <a:defRPr/>
            </a:pPr>
            <a:r>
              <a:rPr lang="de-DE"/>
              <a:t>04 </a:t>
            </a:r>
            <a:r>
              <a:rPr lang="de-DE" err="1"/>
              <a:t>December</a:t>
            </a:r>
            <a:r>
              <a:rPr lang="de-DE"/>
              <a:t> 2013</a:t>
            </a:r>
          </a:p>
        </p:txBody>
      </p:sp>
      <p:sp>
        <p:nvSpPr>
          <p:cNvPr id="8" name="Fußzeilenplatzhalter 7"/>
          <p:cNvSpPr>
            <a:spLocks noGrp="1"/>
          </p:cNvSpPr>
          <p:nvPr>
            <p:ph type="ftr" sz="quarter" idx="3"/>
          </p:nvPr>
        </p:nvSpPr>
        <p:spPr>
          <a:xfrm>
            <a:off x="4165600" y="6308726"/>
            <a:ext cx="3860800" cy="365125"/>
          </a:xfrm>
          <a:prstGeom prst="rect">
            <a:avLst/>
          </a:prstGeom>
        </p:spPr>
        <p:txBody>
          <a:bodyPr vert="horz" lIns="0" tIns="72000" rIns="0" bIns="0" rtlCol="0" anchor="t" anchorCtr="0"/>
          <a:lstStyle>
            <a:lvl1pPr algn="ctr">
              <a:defRPr sz="1200">
                <a:solidFill>
                  <a:schemeClr val="tx1">
                    <a:tint val="75000"/>
                  </a:schemeClr>
                </a:solidFill>
              </a:defRPr>
            </a:lvl1pPr>
          </a:lstStyle>
          <a:p>
            <a:pPr>
              <a:defRPr/>
            </a:pPr>
            <a:endParaRPr lang="de-DE"/>
          </a:p>
        </p:txBody>
      </p:sp>
      <p:sp>
        <p:nvSpPr>
          <p:cNvPr id="9" name="Foliennummernplatzhalter 8"/>
          <p:cNvSpPr>
            <a:spLocks noGrp="1"/>
          </p:cNvSpPr>
          <p:nvPr>
            <p:ph type="sldNum" sz="quarter" idx="4"/>
          </p:nvPr>
        </p:nvSpPr>
        <p:spPr>
          <a:xfrm>
            <a:off x="8737600" y="6308726"/>
            <a:ext cx="2878667" cy="365125"/>
          </a:xfrm>
          <a:prstGeom prst="rect">
            <a:avLst/>
          </a:prstGeom>
        </p:spPr>
        <p:txBody>
          <a:bodyPr vert="horz" lIns="0" tIns="72000" rIns="0" bIns="0" rtlCol="0" anchor="t" anchorCtr="0"/>
          <a:lstStyle>
            <a:lvl1pPr algn="r">
              <a:defRPr sz="1200">
                <a:solidFill>
                  <a:schemeClr val="tx1">
                    <a:tint val="75000"/>
                  </a:schemeClr>
                </a:solidFill>
              </a:defRPr>
            </a:lvl1pPr>
          </a:lstStyle>
          <a:p>
            <a:pPr>
              <a:defRPr/>
            </a:pPr>
            <a:fld id="{89A20A32-F134-4C99-8D7A-0FE09B6CFF1C}" type="slidenum">
              <a:rPr lang="de-DE"/>
              <a:pPr>
                <a:defRPr/>
              </a:pPr>
              <a:t>‹#›</a:t>
            </a:fld>
            <a:endParaRPr lang="de-DE"/>
          </a:p>
        </p:txBody>
      </p:sp>
    </p:spTree>
  </p:cSld>
  <p:clrMap bg1="lt1" tx1="dk1" bg2="lt2" tx2="dk2" accent1="accent1" accent2="accent2" accent3="accent3" accent4="accent4" accent5="accent5" accent6="accent6" hlink="hlink" folHlink="folHlink"/>
  <p:sldLayoutIdLst>
    <p:sldLayoutId id="2147484012" r:id="rId1"/>
    <p:sldLayoutId id="2147484013" r:id="rId2"/>
    <p:sldLayoutId id="2147484017" r:id="rId3"/>
  </p:sldLayoutIdLst>
  <p:hf hdr="0" ftr="0" dt="0"/>
  <p:txStyles>
    <p:titleStyle>
      <a:lvl1pPr algn="l" rtl="0" eaLnBrk="0" fontAlgn="base" hangingPunct="0">
        <a:spcBef>
          <a:spcPct val="0"/>
        </a:spcBef>
        <a:spcAft>
          <a:spcPct val="0"/>
        </a:spcAft>
        <a:defRPr sz="2400" b="1" kern="1200">
          <a:solidFill>
            <a:srgbClr val="D50C2F"/>
          </a:solidFill>
          <a:latin typeface="Arial" pitchFamily="34" charset="0"/>
          <a:ea typeface="+mj-ea"/>
          <a:cs typeface="Arial" pitchFamily="34" charset="0"/>
        </a:defRPr>
      </a:lvl1pPr>
      <a:lvl2pPr algn="l" rtl="0" eaLnBrk="0" fontAlgn="base" hangingPunct="0">
        <a:spcBef>
          <a:spcPct val="0"/>
        </a:spcBef>
        <a:spcAft>
          <a:spcPct val="0"/>
        </a:spcAft>
        <a:defRPr sz="2400" b="1">
          <a:solidFill>
            <a:srgbClr val="D50C2F"/>
          </a:solidFill>
          <a:latin typeface="Arial" charset="0"/>
          <a:cs typeface="Arial" charset="0"/>
        </a:defRPr>
      </a:lvl2pPr>
      <a:lvl3pPr algn="l" rtl="0" eaLnBrk="0" fontAlgn="base" hangingPunct="0">
        <a:spcBef>
          <a:spcPct val="0"/>
        </a:spcBef>
        <a:spcAft>
          <a:spcPct val="0"/>
        </a:spcAft>
        <a:defRPr sz="2400" b="1">
          <a:solidFill>
            <a:srgbClr val="D50C2F"/>
          </a:solidFill>
          <a:latin typeface="Arial" charset="0"/>
          <a:cs typeface="Arial" charset="0"/>
        </a:defRPr>
      </a:lvl3pPr>
      <a:lvl4pPr algn="l" rtl="0" eaLnBrk="0" fontAlgn="base" hangingPunct="0">
        <a:spcBef>
          <a:spcPct val="0"/>
        </a:spcBef>
        <a:spcAft>
          <a:spcPct val="0"/>
        </a:spcAft>
        <a:defRPr sz="2400" b="1">
          <a:solidFill>
            <a:srgbClr val="D50C2F"/>
          </a:solidFill>
          <a:latin typeface="Arial" charset="0"/>
          <a:cs typeface="Arial" charset="0"/>
        </a:defRPr>
      </a:lvl4pPr>
      <a:lvl5pPr algn="l" rtl="0" eaLnBrk="0" fontAlgn="base" hangingPunct="0">
        <a:spcBef>
          <a:spcPct val="0"/>
        </a:spcBef>
        <a:spcAft>
          <a:spcPct val="0"/>
        </a:spcAft>
        <a:defRPr sz="2400" b="1">
          <a:solidFill>
            <a:srgbClr val="D50C2F"/>
          </a:solidFill>
          <a:latin typeface="Arial" charset="0"/>
          <a:cs typeface="Arial" charset="0"/>
        </a:defRPr>
      </a:lvl5pPr>
      <a:lvl6pPr marL="457200" algn="l" rtl="0" fontAlgn="base">
        <a:spcBef>
          <a:spcPct val="0"/>
        </a:spcBef>
        <a:spcAft>
          <a:spcPct val="0"/>
        </a:spcAft>
        <a:defRPr sz="2400" b="1">
          <a:solidFill>
            <a:srgbClr val="D50C2F"/>
          </a:solidFill>
          <a:latin typeface="Arial" charset="0"/>
          <a:cs typeface="Arial" charset="0"/>
        </a:defRPr>
      </a:lvl6pPr>
      <a:lvl7pPr marL="914400" algn="l" rtl="0" fontAlgn="base">
        <a:spcBef>
          <a:spcPct val="0"/>
        </a:spcBef>
        <a:spcAft>
          <a:spcPct val="0"/>
        </a:spcAft>
        <a:defRPr sz="2400" b="1">
          <a:solidFill>
            <a:srgbClr val="D50C2F"/>
          </a:solidFill>
          <a:latin typeface="Arial" charset="0"/>
          <a:cs typeface="Arial" charset="0"/>
        </a:defRPr>
      </a:lvl7pPr>
      <a:lvl8pPr marL="1371600" algn="l" rtl="0" fontAlgn="base">
        <a:spcBef>
          <a:spcPct val="0"/>
        </a:spcBef>
        <a:spcAft>
          <a:spcPct val="0"/>
        </a:spcAft>
        <a:defRPr sz="2400" b="1">
          <a:solidFill>
            <a:srgbClr val="D50C2F"/>
          </a:solidFill>
          <a:latin typeface="Arial" charset="0"/>
          <a:cs typeface="Arial" charset="0"/>
        </a:defRPr>
      </a:lvl8pPr>
      <a:lvl9pPr marL="1828800" algn="l" rtl="0" fontAlgn="base">
        <a:spcBef>
          <a:spcPct val="0"/>
        </a:spcBef>
        <a:spcAft>
          <a:spcPct val="0"/>
        </a:spcAft>
        <a:defRPr sz="2400" b="1">
          <a:solidFill>
            <a:srgbClr val="D50C2F"/>
          </a:solidFill>
          <a:latin typeface="Arial" charset="0"/>
          <a:cs typeface="Arial" charset="0"/>
        </a:defRPr>
      </a:lvl9pPr>
    </p:titleStyle>
    <p:body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mailto:Sebastian.Schlesinger@hwr-berlin.d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image" Target="../media/image7.png"/><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1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liennummernplatzhalter 5"/>
          <p:cNvSpPr>
            <a:spLocks noGrp="1"/>
          </p:cNvSpPr>
          <p:nvPr>
            <p:ph type="sldNum" sz="quarter" idx="12"/>
          </p:nvPr>
        </p:nvSpPr>
        <p:spPr>
          <a:noFill/>
        </p:spPr>
        <p:txBody>
          <a:bodyPr/>
          <a:lstStyle>
            <a:lvl1pPr algn="l" eaLnBrk="0" hangingPunct="0">
              <a:spcAft>
                <a:spcPct val="70000"/>
              </a:spcAft>
              <a:buClr>
                <a:srgbClr val="660033"/>
              </a:buClr>
              <a:buFont typeface="Wingdings" pitchFamily="2" charset="2"/>
              <a:buChar char="§"/>
              <a:defRPr>
                <a:solidFill>
                  <a:schemeClr val="tx1"/>
                </a:solidFill>
                <a:latin typeface="Arial" charset="0"/>
              </a:defRPr>
            </a:lvl1pPr>
            <a:lvl2pPr marL="742950" indent="-285750" algn="l" eaLnBrk="0" hangingPunct="0">
              <a:spcAft>
                <a:spcPct val="40000"/>
              </a:spcAft>
              <a:buClr>
                <a:srgbClr val="660033"/>
              </a:buClr>
              <a:buChar char="-"/>
              <a:defRPr sz="1600">
                <a:solidFill>
                  <a:schemeClr val="tx1"/>
                </a:solidFill>
                <a:latin typeface="Arial" charset="0"/>
              </a:defRPr>
            </a:lvl2pPr>
            <a:lvl3pPr marL="1143000" indent="-228600" algn="l" eaLnBrk="0" hangingPunct="0">
              <a:spcAft>
                <a:spcPct val="40000"/>
              </a:spcAft>
              <a:buClr>
                <a:srgbClr val="660033"/>
              </a:buClr>
              <a:buChar char="-"/>
              <a:defRPr sz="1600">
                <a:solidFill>
                  <a:schemeClr val="tx1"/>
                </a:solidFill>
                <a:latin typeface="Arial" charset="0"/>
              </a:defRPr>
            </a:lvl3pPr>
            <a:lvl4pPr marL="1600200" indent="-228600" algn="l" eaLnBrk="0" hangingPunct="0">
              <a:spcAft>
                <a:spcPct val="40000"/>
              </a:spcAft>
              <a:buClr>
                <a:srgbClr val="660033"/>
              </a:buClr>
              <a:buChar char="-"/>
              <a:defRPr sz="1600">
                <a:solidFill>
                  <a:schemeClr val="tx1"/>
                </a:solidFill>
                <a:latin typeface="Arial" charset="0"/>
              </a:defRPr>
            </a:lvl4pPr>
            <a:lvl5pPr marL="2057400" indent="-228600" algn="l" eaLnBrk="0" hangingPunct="0">
              <a:spcAft>
                <a:spcPct val="40000"/>
              </a:spcAft>
              <a:buClr>
                <a:srgbClr val="660033"/>
              </a:buClr>
              <a:buChar char="-"/>
              <a:defRPr sz="1600">
                <a:solidFill>
                  <a:schemeClr val="tx1"/>
                </a:solidFill>
                <a:latin typeface="Arial" charset="0"/>
              </a:defRPr>
            </a:lvl5pPr>
            <a:lvl6pPr marL="2514600" indent="-228600" eaLnBrk="0" fontAlgn="base" hangingPunct="0">
              <a:spcBef>
                <a:spcPct val="0"/>
              </a:spcBef>
              <a:spcAft>
                <a:spcPct val="40000"/>
              </a:spcAft>
              <a:buClr>
                <a:srgbClr val="660033"/>
              </a:buClr>
              <a:buChar char="-"/>
              <a:defRPr sz="1600">
                <a:solidFill>
                  <a:schemeClr val="tx1"/>
                </a:solidFill>
                <a:latin typeface="Arial" charset="0"/>
              </a:defRPr>
            </a:lvl6pPr>
            <a:lvl7pPr marL="2971800" indent="-228600" eaLnBrk="0" fontAlgn="base" hangingPunct="0">
              <a:spcBef>
                <a:spcPct val="0"/>
              </a:spcBef>
              <a:spcAft>
                <a:spcPct val="40000"/>
              </a:spcAft>
              <a:buClr>
                <a:srgbClr val="660033"/>
              </a:buClr>
              <a:buChar char="-"/>
              <a:defRPr sz="1600">
                <a:solidFill>
                  <a:schemeClr val="tx1"/>
                </a:solidFill>
                <a:latin typeface="Arial" charset="0"/>
              </a:defRPr>
            </a:lvl7pPr>
            <a:lvl8pPr marL="3429000" indent="-228600" eaLnBrk="0" fontAlgn="base" hangingPunct="0">
              <a:spcBef>
                <a:spcPct val="0"/>
              </a:spcBef>
              <a:spcAft>
                <a:spcPct val="40000"/>
              </a:spcAft>
              <a:buClr>
                <a:srgbClr val="660033"/>
              </a:buClr>
              <a:buChar char="-"/>
              <a:defRPr sz="1600">
                <a:solidFill>
                  <a:schemeClr val="tx1"/>
                </a:solidFill>
                <a:latin typeface="Arial" charset="0"/>
              </a:defRPr>
            </a:lvl8pPr>
            <a:lvl9pPr marL="3886200" indent="-228600" eaLnBrk="0" fontAlgn="base" hangingPunct="0">
              <a:spcBef>
                <a:spcPct val="0"/>
              </a:spcBef>
              <a:spcAft>
                <a:spcPct val="40000"/>
              </a:spcAft>
              <a:buClr>
                <a:srgbClr val="660033"/>
              </a:buClr>
              <a:buChar char="-"/>
              <a:defRPr sz="1600">
                <a:solidFill>
                  <a:schemeClr val="tx1"/>
                </a:solidFill>
                <a:latin typeface="Arial" charset="0"/>
              </a:defRPr>
            </a:lvl9pPr>
          </a:lstStyle>
          <a:p>
            <a:pPr algn="r" eaLnBrk="1" hangingPunct="1">
              <a:spcAft>
                <a:spcPct val="0"/>
              </a:spcAft>
              <a:buClrTx/>
              <a:buFontTx/>
              <a:buNone/>
            </a:pPr>
            <a:fld id="{937A068E-0E4F-4B68-B0A8-DF16375442E6}" type="slidenum">
              <a:rPr lang="de-DE" altLang="de-DE" smtClean="0">
                <a:solidFill>
                  <a:srgbClr val="A0A0A0"/>
                </a:solidFill>
              </a:rPr>
              <a:pPr algn="r" eaLnBrk="1" hangingPunct="1">
                <a:spcAft>
                  <a:spcPct val="0"/>
                </a:spcAft>
                <a:buClrTx/>
                <a:buFontTx/>
                <a:buNone/>
              </a:pPr>
              <a:t>1</a:t>
            </a:fld>
            <a:endParaRPr lang="de-DE" altLang="de-DE">
              <a:solidFill>
                <a:srgbClr val="A0A0A0"/>
              </a:solidFill>
            </a:endParaRPr>
          </a:p>
        </p:txBody>
      </p:sp>
      <p:sp>
        <p:nvSpPr>
          <p:cNvPr id="6" name="Rectangle 2"/>
          <p:cNvSpPr txBox="1">
            <a:spLocks noChangeArrowheads="1"/>
          </p:cNvSpPr>
          <p:nvPr/>
        </p:nvSpPr>
        <p:spPr>
          <a:xfrm>
            <a:off x="2193131" y="1996388"/>
            <a:ext cx="7805738" cy="1785104"/>
          </a:xfrm>
          <a:prstGeom prst="rect">
            <a:avLst/>
          </a:prstGeom>
        </p:spPr>
        <p:txBody>
          <a:bodyPr/>
          <a:lstStyle>
            <a:lvl1pPr marL="179388" indent="-179388" algn="l" rtl="0" eaLnBrk="0" fontAlgn="base" hangingPunct="0">
              <a:lnSpc>
                <a:spcPct val="110000"/>
              </a:lnSpc>
              <a:spcBef>
                <a:spcPct val="0"/>
              </a:spcBef>
              <a:spcAft>
                <a:spcPts val="900"/>
              </a:spcAft>
              <a:buClr>
                <a:srgbClr val="6F6F6F"/>
              </a:buClr>
              <a:buFont typeface="Arial" charset="0"/>
              <a:buChar char="•"/>
              <a:defRPr sz="2000" kern="1200">
                <a:solidFill>
                  <a:schemeClr val="tx1"/>
                </a:solidFill>
                <a:latin typeface="Arial" pitchFamily="34" charset="0"/>
                <a:ea typeface="+mn-ea"/>
                <a:cs typeface="Arial" pitchFamily="34" charset="0"/>
              </a:defRPr>
            </a:lvl1pPr>
            <a:lvl2pPr marL="358775" indent="-179388" algn="l" rtl="0" eaLnBrk="0" fontAlgn="base" hangingPunct="0">
              <a:lnSpc>
                <a:spcPct val="110000"/>
              </a:lnSpc>
              <a:spcBef>
                <a:spcPct val="0"/>
              </a:spcBef>
              <a:spcAft>
                <a:spcPts val="900"/>
              </a:spcAft>
              <a:buClr>
                <a:srgbClr val="6F6F6F"/>
              </a:buClr>
              <a:buFont typeface="Arial" charset="0"/>
              <a:buChar char="•"/>
              <a:defRPr sz="1600" kern="1200">
                <a:solidFill>
                  <a:schemeClr val="tx1"/>
                </a:solidFill>
                <a:latin typeface="Arial" pitchFamily="34" charset="0"/>
                <a:ea typeface="+mn-ea"/>
                <a:cs typeface="Arial" pitchFamily="34" charset="0"/>
              </a:defRPr>
            </a:lvl2pPr>
            <a:lvl3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3pPr>
            <a:lvl4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4pPr>
            <a:lvl5pPr marL="539750" indent="-179388" algn="l" rtl="0" eaLnBrk="0" fontAlgn="base" hangingPunct="0">
              <a:lnSpc>
                <a:spcPct val="110000"/>
              </a:lnSpc>
              <a:spcBef>
                <a:spcPct val="0"/>
              </a:spcBef>
              <a:spcAft>
                <a:spcPts val="900"/>
              </a:spcAft>
              <a:buClr>
                <a:srgbClr val="6F6F6F"/>
              </a:buClr>
              <a:buFont typeface="Arial" charset="0"/>
              <a:buChar char="•"/>
              <a:defRPr sz="12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eaLnBrk="1" hangingPunct="1">
              <a:lnSpc>
                <a:spcPts val="4000"/>
              </a:lnSpc>
              <a:spcBef>
                <a:spcPct val="100000"/>
              </a:spcBef>
              <a:buClr>
                <a:schemeClr val="bg1"/>
              </a:buClr>
              <a:buNone/>
              <a:defRPr/>
            </a:pPr>
            <a:r>
              <a:rPr lang="de-DE" sz="3600" b="1" dirty="0">
                <a:solidFill>
                  <a:srgbClr val="D50C2F"/>
                </a:solidFill>
                <a:latin typeface="+mj-lt"/>
              </a:rPr>
              <a:t>Master Digitale Transformation</a:t>
            </a:r>
            <a:br>
              <a:rPr lang="de-DE" sz="3600" b="1" dirty="0">
                <a:solidFill>
                  <a:srgbClr val="D50C2F"/>
                </a:solidFill>
                <a:latin typeface="+mj-lt"/>
              </a:rPr>
            </a:br>
            <a:r>
              <a:rPr lang="de-DE" sz="2800" b="1" dirty="0">
                <a:solidFill>
                  <a:srgbClr val="C00000"/>
                </a:solidFill>
                <a:latin typeface="+mj-lt"/>
              </a:rPr>
              <a:t>Modul Digitale Technologien</a:t>
            </a:r>
            <a:br>
              <a:rPr lang="de-DE" sz="2800" b="1" dirty="0">
                <a:solidFill>
                  <a:srgbClr val="C00000"/>
                </a:solidFill>
                <a:latin typeface="+mj-lt"/>
              </a:rPr>
            </a:br>
            <a:r>
              <a:rPr lang="de-DE" sz="2800" b="1" dirty="0">
                <a:solidFill>
                  <a:srgbClr val="C00000"/>
                </a:solidFill>
                <a:latin typeface="+mj-lt"/>
              </a:rPr>
              <a:t>SW 1 – Kick Off</a:t>
            </a:r>
            <a:br>
              <a:rPr lang="de-DE" sz="3600" b="1" dirty="0">
                <a:solidFill>
                  <a:srgbClr val="D50C2F"/>
                </a:solidFill>
                <a:latin typeface="+mj-lt"/>
              </a:rPr>
            </a:br>
            <a:endParaRPr lang="de-DE" sz="3600" b="1" dirty="0">
              <a:solidFill>
                <a:srgbClr val="C00000"/>
              </a:solidFill>
              <a:latin typeface="+mj-lt"/>
            </a:endParaRPr>
          </a:p>
        </p:txBody>
      </p:sp>
      <p:sp>
        <p:nvSpPr>
          <p:cNvPr id="4" name="Rechteck 3"/>
          <p:cNvSpPr/>
          <p:nvPr/>
        </p:nvSpPr>
        <p:spPr>
          <a:xfrm>
            <a:off x="3107668" y="4260279"/>
            <a:ext cx="6444716" cy="1169551"/>
          </a:xfrm>
          <a:prstGeom prst="rect">
            <a:avLst/>
          </a:prstGeom>
        </p:spPr>
        <p:txBody>
          <a:bodyPr wrap="square">
            <a:spAutoFit/>
          </a:bodyPr>
          <a:lstStyle/>
          <a:p>
            <a:pPr>
              <a:spcAft>
                <a:spcPts val="600"/>
              </a:spcAft>
            </a:pPr>
            <a:r>
              <a:rPr lang="de-DE" altLang="de-DE" sz="2000" b="1" dirty="0">
                <a:solidFill>
                  <a:srgbClr val="5F5F5F"/>
                </a:solidFill>
              </a:rPr>
              <a:t>Prof. Dr.-Ing. Sebastian Schlesinger</a:t>
            </a:r>
          </a:p>
          <a:p>
            <a:pPr>
              <a:spcAft>
                <a:spcPts val="600"/>
              </a:spcAft>
            </a:pPr>
            <a:r>
              <a:rPr lang="de-DE" altLang="de-DE" sz="2000" dirty="0"/>
              <a:t>Professur für (Wirtschafts-)Informatik </a:t>
            </a:r>
          </a:p>
          <a:p>
            <a:pPr>
              <a:spcAft>
                <a:spcPts val="600"/>
              </a:spcAft>
            </a:pPr>
            <a:r>
              <a:rPr lang="de-DE" altLang="de-DE" sz="2000" dirty="0"/>
              <a:t>Security und Embedded Systems Engineering</a:t>
            </a:r>
          </a:p>
        </p:txBody>
      </p:sp>
    </p:spTree>
    <p:extLst>
      <p:ext uri="{BB962C8B-B14F-4D97-AF65-F5344CB8AC3E}">
        <p14:creationId xmlns:p14="http://schemas.microsoft.com/office/powerpoint/2010/main" val="495357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9A70-0606-E950-DCC8-47BD10EA14DC}"/>
              </a:ext>
            </a:extLst>
          </p:cNvPr>
          <p:cNvSpPr>
            <a:spLocks noGrp="1"/>
          </p:cNvSpPr>
          <p:nvPr>
            <p:ph type="title"/>
          </p:nvPr>
        </p:nvSpPr>
        <p:spPr/>
        <p:txBody>
          <a:bodyPr/>
          <a:lstStyle/>
          <a:p>
            <a:r>
              <a:rPr lang="de-DE"/>
              <a:t>Überblick</a:t>
            </a:r>
            <a:endParaRPr lang="en-US"/>
          </a:p>
        </p:txBody>
      </p:sp>
      <p:sp>
        <p:nvSpPr>
          <p:cNvPr id="4" name="Slide Number Placeholder 3">
            <a:extLst>
              <a:ext uri="{FF2B5EF4-FFF2-40B4-BE49-F238E27FC236}">
                <a16:creationId xmlns:a16="http://schemas.microsoft.com/office/drawing/2014/main" id="{355CB89E-6B0C-C550-A9D7-AE4FEB5CF7D1}"/>
              </a:ext>
            </a:extLst>
          </p:cNvPr>
          <p:cNvSpPr>
            <a:spLocks noGrp="1"/>
          </p:cNvSpPr>
          <p:nvPr>
            <p:ph type="sldNum" sz="quarter" idx="12"/>
          </p:nvPr>
        </p:nvSpPr>
        <p:spPr/>
        <p:txBody>
          <a:bodyPr/>
          <a:lstStyle/>
          <a:p>
            <a:pPr>
              <a:defRPr/>
            </a:pPr>
            <a:fld id="{B412CF81-FBD2-4988-8D72-9A03E2875460}" type="slidenum">
              <a:rPr lang="de-DE" smtClean="0"/>
              <a:pPr>
                <a:defRPr/>
              </a:pPr>
              <a:t>2</a:t>
            </a:fld>
            <a:endParaRPr lang="de-DE"/>
          </a:p>
        </p:txBody>
      </p:sp>
      <p:sp>
        <p:nvSpPr>
          <p:cNvPr id="6" name="Rectangle 5">
            <a:extLst>
              <a:ext uri="{FF2B5EF4-FFF2-40B4-BE49-F238E27FC236}">
                <a16:creationId xmlns:a16="http://schemas.microsoft.com/office/drawing/2014/main" id="{751E6D62-2B1C-DA41-DA79-5040ECA9F1DF}"/>
              </a:ext>
            </a:extLst>
          </p:cNvPr>
          <p:cNvSpPr/>
          <p:nvPr/>
        </p:nvSpPr>
        <p:spPr>
          <a:xfrm>
            <a:off x="838200" y="1664677"/>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Kennenlernen</a:t>
            </a:r>
          </a:p>
        </p:txBody>
      </p:sp>
      <p:sp>
        <p:nvSpPr>
          <p:cNvPr id="7" name="Rectangle 6">
            <a:extLst>
              <a:ext uri="{FF2B5EF4-FFF2-40B4-BE49-F238E27FC236}">
                <a16:creationId xmlns:a16="http://schemas.microsoft.com/office/drawing/2014/main" id="{C16346F8-62C8-0430-9FB1-825526EB0E99}"/>
              </a:ext>
            </a:extLst>
          </p:cNvPr>
          <p:cNvSpPr/>
          <p:nvPr/>
        </p:nvSpPr>
        <p:spPr>
          <a:xfrm>
            <a:off x="838200" y="2494560"/>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Organisatorisches</a:t>
            </a:r>
          </a:p>
        </p:txBody>
      </p:sp>
      <p:sp>
        <p:nvSpPr>
          <p:cNvPr id="8" name="Rectangle 7">
            <a:extLst>
              <a:ext uri="{FF2B5EF4-FFF2-40B4-BE49-F238E27FC236}">
                <a16:creationId xmlns:a16="http://schemas.microsoft.com/office/drawing/2014/main" id="{A45E62C6-B038-4620-092A-79F9CB5A8963}"/>
              </a:ext>
            </a:extLst>
          </p:cNvPr>
          <p:cNvSpPr/>
          <p:nvPr/>
        </p:nvSpPr>
        <p:spPr>
          <a:xfrm>
            <a:off x="838200" y="3324443"/>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Lernziele und Themenüberblick</a:t>
            </a:r>
          </a:p>
        </p:txBody>
      </p:sp>
    </p:spTree>
    <p:extLst>
      <p:ext uri="{BB962C8B-B14F-4D97-AF65-F5344CB8AC3E}">
        <p14:creationId xmlns:p14="http://schemas.microsoft.com/office/powerpoint/2010/main" val="193549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9A70-0606-E950-DCC8-47BD10EA14DC}"/>
              </a:ext>
            </a:extLst>
          </p:cNvPr>
          <p:cNvSpPr>
            <a:spLocks noGrp="1"/>
          </p:cNvSpPr>
          <p:nvPr>
            <p:ph type="title"/>
          </p:nvPr>
        </p:nvSpPr>
        <p:spPr/>
        <p:txBody>
          <a:bodyPr/>
          <a:lstStyle/>
          <a:p>
            <a:r>
              <a:rPr lang="de-DE"/>
              <a:t>Überblick</a:t>
            </a:r>
            <a:endParaRPr lang="en-US"/>
          </a:p>
        </p:txBody>
      </p:sp>
      <p:sp>
        <p:nvSpPr>
          <p:cNvPr id="4" name="Slide Number Placeholder 3">
            <a:extLst>
              <a:ext uri="{FF2B5EF4-FFF2-40B4-BE49-F238E27FC236}">
                <a16:creationId xmlns:a16="http://schemas.microsoft.com/office/drawing/2014/main" id="{355CB89E-6B0C-C550-A9D7-AE4FEB5CF7D1}"/>
              </a:ext>
            </a:extLst>
          </p:cNvPr>
          <p:cNvSpPr>
            <a:spLocks noGrp="1"/>
          </p:cNvSpPr>
          <p:nvPr>
            <p:ph type="sldNum" sz="quarter" idx="12"/>
          </p:nvPr>
        </p:nvSpPr>
        <p:spPr/>
        <p:txBody>
          <a:bodyPr/>
          <a:lstStyle/>
          <a:p>
            <a:pPr>
              <a:defRPr/>
            </a:pPr>
            <a:fld id="{B412CF81-FBD2-4988-8D72-9A03E2875460}" type="slidenum">
              <a:rPr lang="de-DE" smtClean="0"/>
              <a:pPr>
                <a:defRPr/>
              </a:pPr>
              <a:t>3</a:t>
            </a:fld>
            <a:endParaRPr lang="de-DE"/>
          </a:p>
        </p:txBody>
      </p:sp>
      <p:sp>
        <p:nvSpPr>
          <p:cNvPr id="6" name="Rectangle 5">
            <a:extLst>
              <a:ext uri="{FF2B5EF4-FFF2-40B4-BE49-F238E27FC236}">
                <a16:creationId xmlns:a16="http://schemas.microsoft.com/office/drawing/2014/main" id="{751E6D62-2B1C-DA41-DA79-5040ECA9F1DF}"/>
              </a:ext>
            </a:extLst>
          </p:cNvPr>
          <p:cNvSpPr/>
          <p:nvPr/>
        </p:nvSpPr>
        <p:spPr>
          <a:xfrm>
            <a:off x="838200" y="1664677"/>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Kennenlernen</a:t>
            </a:r>
          </a:p>
        </p:txBody>
      </p:sp>
      <p:sp>
        <p:nvSpPr>
          <p:cNvPr id="7" name="Rectangle 6">
            <a:extLst>
              <a:ext uri="{FF2B5EF4-FFF2-40B4-BE49-F238E27FC236}">
                <a16:creationId xmlns:a16="http://schemas.microsoft.com/office/drawing/2014/main" id="{C16346F8-62C8-0430-9FB1-825526EB0E99}"/>
              </a:ext>
            </a:extLst>
          </p:cNvPr>
          <p:cNvSpPr/>
          <p:nvPr/>
        </p:nvSpPr>
        <p:spPr>
          <a:xfrm>
            <a:off x="838200" y="2494560"/>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Organisatorisches</a:t>
            </a:r>
          </a:p>
        </p:txBody>
      </p:sp>
      <p:sp>
        <p:nvSpPr>
          <p:cNvPr id="8" name="Rectangle 7">
            <a:extLst>
              <a:ext uri="{FF2B5EF4-FFF2-40B4-BE49-F238E27FC236}">
                <a16:creationId xmlns:a16="http://schemas.microsoft.com/office/drawing/2014/main" id="{A45E62C6-B038-4620-092A-79F9CB5A8963}"/>
              </a:ext>
            </a:extLst>
          </p:cNvPr>
          <p:cNvSpPr/>
          <p:nvPr/>
        </p:nvSpPr>
        <p:spPr>
          <a:xfrm>
            <a:off x="838200" y="3324443"/>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Lernziele und Themenüberblick</a:t>
            </a:r>
          </a:p>
        </p:txBody>
      </p:sp>
    </p:spTree>
    <p:extLst>
      <p:ext uri="{BB962C8B-B14F-4D97-AF65-F5344CB8AC3E}">
        <p14:creationId xmlns:p14="http://schemas.microsoft.com/office/powerpoint/2010/main" val="3947789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A5756-7169-578D-0B7D-F82BBC000F61}"/>
              </a:ext>
            </a:extLst>
          </p:cNvPr>
          <p:cNvSpPr>
            <a:spLocks noGrp="1"/>
          </p:cNvSpPr>
          <p:nvPr>
            <p:ph type="title"/>
          </p:nvPr>
        </p:nvSpPr>
        <p:spPr/>
        <p:txBody>
          <a:bodyPr/>
          <a:lstStyle/>
          <a:p>
            <a:r>
              <a:rPr lang="en-US" err="1"/>
              <a:t>Vorstellung</a:t>
            </a:r>
            <a:endParaRPr lang="en-DE"/>
          </a:p>
        </p:txBody>
      </p:sp>
      <p:sp>
        <p:nvSpPr>
          <p:cNvPr id="4" name="Slide Number Placeholder 3">
            <a:extLst>
              <a:ext uri="{FF2B5EF4-FFF2-40B4-BE49-F238E27FC236}">
                <a16:creationId xmlns:a16="http://schemas.microsoft.com/office/drawing/2014/main" id="{D2D42E2A-7572-EEE3-963A-79D4A39E661D}"/>
              </a:ext>
            </a:extLst>
          </p:cNvPr>
          <p:cNvSpPr>
            <a:spLocks noGrp="1"/>
          </p:cNvSpPr>
          <p:nvPr>
            <p:ph type="sldNum" sz="quarter" idx="12"/>
          </p:nvPr>
        </p:nvSpPr>
        <p:spPr/>
        <p:txBody>
          <a:bodyPr/>
          <a:lstStyle/>
          <a:p>
            <a:pPr>
              <a:defRPr/>
            </a:pPr>
            <a:fld id="{B412CF81-FBD2-4988-8D72-9A03E2875460}" type="slidenum">
              <a:rPr lang="de-DE" smtClean="0"/>
              <a:pPr>
                <a:defRPr/>
              </a:pPr>
              <a:t>4</a:t>
            </a:fld>
            <a:endParaRPr lang="de-DE"/>
          </a:p>
        </p:txBody>
      </p:sp>
      <p:sp>
        <p:nvSpPr>
          <p:cNvPr id="5" name="Content Placeholder 4">
            <a:extLst>
              <a:ext uri="{FF2B5EF4-FFF2-40B4-BE49-F238E27FC236}">
                <a16:creationId xmlns:a16="http://schemas.microsoft.com/office/drawing/2014/main" id="{1F638875-5C90-0AA1-91AB-98E2452EBD47}"/>
              </a:ext>
            </a:extLst>
          </p:cNvPr>
          <p:cNvSpPr>
            <a:spLocks noGrp="1"/>
          </p:cNvSpPr>
          <p:nvPr>
            <p:ph idx="1"/>
          </p:nvPr>
        </p:nvSpPr>
        <p:spPr>
          <a:xfrm>
            <a:off x="955549" y="1072356"/>
            <a:ext cx="9088583" cy="5785643"/>
          </a:xfrm>
        </p:spPr>
        <p:txBody>
          <a:bodyPr/>
          <a:lstStyle/>
          <a:p>
            <a:pPr>
              <a:lnSpc>
                <a:spcPct val="100000"/>
              </a:lnSpc>
            </a:pPr>
            <a:r>
              <a:rPr lang="en-US"/>
              <a:t>Prof. Dr.-Ing. Sebastian Schlesinger</a:t>
            </a:r>
          </a:p>
          <a:p>
            <a:pPr>
              <a:lnSpc>
                <a:spcPct val="100000"/>
              </a:lnSpc>
            </a:pPr>
            <a:r>
              <a:rPr lang="en-US" err="1"/>
              <a:t>Professur</a:t>
            </a:r>
            <a:r>
              <a:rPr lang="en-US"/>
              <a:t> f</a:t>
            </a:r>
            <a:r>
              <a:rPr lang="de-DE" err="1"/>
              <a:t>ür</a:t>
            </a:r>
            <a:r>
              <a:rPr lang="de-DE"/>
              <a:t> Wirtschaftsinformatik seit April 2022</a:t>
            </a:r>
          </a:p>
          <a:p>
            <a:pPr>
              <a:lnSpc>
                <a:spcPct val="100000"/>
              </a:lnSpc>
            </a:pPr>
            <a:r>
              <a:rPr lang="de-DE"/>
              <a:t>Vorher</a:t>
            </a:r>
          </a:p>
          <a:p>
            <a:pPr lvl="1">
              <a:lnSpc>
                <a:spcPct val="100000"/>
              </a:lnSpc>
            </a:pPr>
            <a:r>
              <a:rPr lang="de-DE" err="1"/>
              <a:t>Principal</a:t>
            </a:r>
            <a:r>
              <a:rPr lang="de-DE"/>
              <a:t> Engineer und Security </a:t>
            </a:r>
            <a:r>
              <a:rPr lang="de-DE" err="1"/>
              <a:t>Architect</a:t>
            </a:r>
            <a:r>
              <a:rPr lang="de-DE"/>
              <a:t> Zalando SE</a:t>
            </a:r>
          </a:p>
          <a:p>
            <a:pPr lvl="1">
              <a:lnSpc>
                <a:spcPct val="100000"/>
              </a:lnSpc>
            </a:pPr>
            <a:r>
              <a:rPr lang="de-DE"/>
              <a:t>IT Expertenteam und IT Security Deutsche Bank</a:t>
            </a:r>
          </a:p>
          <a:p>
            <a:pPr lvl="1">
              <a:lnSpc>
                <a:spcPct val="100000"/>
              </a:lnSpc>
            </a:pPr>
            <a:r>
              <a:rPr lang="de-DE"/>
              <a:t>Promotion Embedded Systems Engineering</a:t>
            </a:r>
          </a:p>
          <a:p>
            <a:pPr lvl="1">
              <a:lnSpc>
                <a:spcPct val="100000"/>
              </a:lnSpc>
            </a:pPr>
            <a:r>
              <a:rPr lang="de-DE"/>
              <a:t>Luftwaffe</a:t>
            </a:r>
          </a:p>
          <a:p>
            <a:pPr>
              <a:lnSpc>
                <a:spcPct val="100000"/>
              </a:lnSpc>
            </a:pPr>
            <a:r>
              <a:rPr lang="de-DE"/>
              <a:t>Schwerpunkte in der Forschung</a:t>
            </a:r>
          </a:p>
          <a:p>
            <a:pPr lvl="1">
              <a:lnSpc>
                <a:spcPct val="100000"/>
              </a:lnSpc>
            </a:pPr>
            <a:r>
              <a:rPr lang="de-DE" err="1"/>
              <a:t>Machine</a:t>
            </a:r>
            <a:r>
              <a:rPr lang="de-DE"/>
              <a:t> Learning für IT Security</a:t>
            </a:r>
          </a:p>
          <a:p>
            <a:pPr lvl="1">
              <a:lnSpc>
                <a:spcPct val="100000"/>
              </a:lnSpc>
            </a:pPr>
            <a:r>
              <a:rPr lang="de-DE"/>
              <a:t>Formale Verifikation, statische Analysen in Embedded Systems Engineering</a:t>
            </a:r>
          </a:p>
          <a:p>
            <a:pPr>
              <a:lnSpc>
                <a:spcPct val="100000"/>
              </a:lnSpc>
            </a:pPr>
            <a:r>
              <a:rPr lang="de-DE"/>
              <a:t>Schwerpunkte in der Lehre</a:t>
            </a:r>
          </a:p>
          <a:p>
            <a:pPr lvl="1">
              <a:lnSpc>
                <a:spcPct val="100000"/>
              </a:lnSpc>
            </a:pPr>
            <a:r>
              <a:rPr lang="de-DE"/>
              <a:t>Infrastruktur (Rechnerorganisation, Betriebssysteme, Netzwerke)</a:t>
            </a:r>
          </a:p>
          <a:p>
            <a:pPr lvl="1">
              <a:lnSpc>
                <a:spcPct val="100000"/>
              </a:lnSpc>
            </a:pPr>
            <a:r>
              <a:rPr lang="de-DE"/>
              <a:t>Security</a:t>
            </a:r>
          </a:p>
          <a:p>
            <a:pPr lvl="1">
              <a:lnSpc>
                <a:spcPct val="100000"/>
              </a:lnSpc>
            </a:pPr>
            <a:r>
              <a:rPr lang="de-DE"/>
              <a:t>Cloud Computing</a:t>
            </a:r>
          </a:p>
          <a:p>
            <a:pPr lvl="1">
              <a:lnSpc>
                <a:spcPct val="100000"/>
              </a:lnSpc>
            </a:pPr>
            <a:r>
              <a:rPr lang="de-DE"/>
              <a:t>Embedded Systems Engineering</a:t>
            </a:r>
          </a:p>
        </p:txBody>
      </p:sp>
      <p:pic>
        <p:nvPicPr>
          <p:cNvPr id="7" name="Picture 6" descr="A person with a beard&#10;&#10;Description automatically generated with medium confidence">
            <a:extLst>
              <a:ext uri="{FF2B5EF4-FFF2-40B4-BE49-F238E27FC236}">
                <a16:creationId xmlns:a16="http://schemas.microsoft.com/office/drawing/2014/main" id="{88606BF5-5B38-763D-03B7-9BE3FA43D5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3017" y="1072356"/>
            <a:ext cx="2672133" cy="3432532"/>
          </a:xfrm>
          <a:prstGeom prst="rect">
            <a:avLst/>
          </a:prstGeom>
        </p:spPr>
      </p:pic>
      <p:sp>
        <p:nvSpPr>
          <p:cNvPr id="8" name="TextBox 7">
            <a:extLst>
              <a:ext uri="{FF2B5EF4-FFF2-40B4-BE49-F238E27FC236}">
                <a16:creationId xmlns:a16="http://schemas.microsoft.com/office/drawing/2014/main" id="{04BC9E8D-3FB8-6FAF-23B8-E6EEAFCA658F}"/>
              </a:ext>
            </a:extLst>
          </p:cNvPr>
          <p:cNvSpPr txBox="1"/>
          <p:nvPr/>
        </p:nvSpPr>
        <p:spPr>
          <a:xfrm>
            <a:off x="8683016" y="5095608"/>
            <a:ext cx="2672133" cy="1200329"/>
          </a:xfrm>
          <a:prstGeom prst="rect">
            <a:avLst/>
          </a:prstGeom>
          <a:noFill/>
        </p:spPr>
        <p:txBody>
          <a:bodyPr wrap="square" rtlCol="0">
            <a:spAutoFit/>
          </a:bodyPr>
          <a:lstStyle/>
          <a:p>
            <a:r>
              <a:rPr lang="de-DE">
                <a:solidFill>
                  <a:srgbClr val="FF0000"/>
                </a:solidFill>
              </a:rPr>
              <a:t>Und wer sind Sie? </a:t>
            </a:r>
            <a:r>
              <a:rPr lang="en-US">
                <a:solidFill>
                  <a:srgbClr val="FF0000"/>
                </a:solidFill>
                <a:sym typeface="Wingdings" panose="05000000000000000000" pitchFamily="2" charset="2"/>
              </a:rPr>
              <a:t> </a:t>
            </a:r>
          </a:p>
          <a:p>
            <a:pPr marL="285750" indent="-285750">
              <a:buFontTx/>
              <a:buChar char="-"/>
            </a:pPr>
            <a:r>
              <a:rPr lang="en-US">
                <a:solidFill>
                  <a:srgbClr val="FF0000"/>
                </a:solidFill>
                <a:sym typeface="Wingdings" panose="05000000000000000000" pitchFamily="2" charset="2"/>
              </a:rPr>
              <a:t>Name</a:t>
            </a:r>
          </a:p>
          <a:p>
            <a:pPr marL="285750" indent="-285750">
              <a:buFontTx/>
              <a:buChar char="-"/>
            </a:pPr>
            <a:r>
              <a:rPr lang="en-US">
                <a:solidFill>
                  <a:srgbClr val="FF0000"/>
                </a:solidFill>
                <a:sym typeface="Wingdings" panose="05000000000000000000" pitchFamily="2" charset="2"/>
              </a:rPr>
              <a:t>Background</a:t>
            </a:r>
          </a:p>
          <a:p>
            <a:pPr marL="285750" indent="-285750">
              <a:buFontTx/>
              <a:buChar char="-"/>
            </a:pPr>
            <a:r>
              <a:rPr lang="en-US" err="1">
                <a:solidFill>
                  <a:srgbClr val="FF0000"/>
                </a:solidFill>
              </a:rPr>
              <a:t>Interessen</a:t>
            </a:r>
            <a:endParaRPr lang="en-US">
              <a:solidFill>
                <a:srgbClr val="FF0000"/>
              </a:solidFill>
            </a:endParaRPr>
          </a:p>
        </p:txBody>
      </p:sp>
    </p:spTree>
    <p:extLst>
      <p:ext uri="{BB962C8B-B14F-4D97-AF65-F5344CB8AC3E}">
        <p14:creationId xmlns:p14="http://schemas.microsoft.com/office/powerpoint/2010/main" val="479196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9A70-0606-E950-DCC8-47BD10EA14DC}"/>
              </a:ext>
            </a:extLst>
          </p:cNvPr>
          <p:cNvSpPr>
            <a:spLocks noGrp="1"/>
          </p:cNvSpPr>
          <p:nvPr>
            <p:ph type="title"/>
          </p:nvPr>
        </p:nvSpPr>
        <p:spPr/>
        <p:txBody>
          <a:bodyPr/>
          <a:lstStyle/>
          <a:p>
            <a:r>
              <a:rPr lang="de-DE"/>
              <a:t>Überblick</a:t>
            </a:r>
            <a:endParaRPr lang="en-US"/>
          </a:p>
        </p:txBody>
      </p:sp>
      <p:sp>
        <p:nvSpPr>
          <p:cNvPr id="4" name="Slide Number Placeholder 3">
            <a:extLst>
              <a:ext uri="{FF2B5EF4-FFF2-40B4-BE49-F238E27FC236}">
                <a16:creationId xmlns:a16="http://schemas.microsoft.com/office/drawing/2014/main" id="{355CB89E-6B0C-C550-A9D7-AE4FEB5CF7D1}"/>
              </a:ext>
            </a:extLst>
          </p:cNvPr>
          <p:cNvSpPr>
            <a:spLocks noGrp="1"/>
          </p:cNvSpPr>
          <p:nvPr>
            <p:ph type="sldNum" sz="quarter" idx="12"/>
          </p:nvPr>
        </p:nvSpPr>
        <p:spPr/>
        <p:txBody>
          <a:bodyPr/>
          <a:lstStyle/>
          <a:p>
            <a:pPr>
              <a:defRPr/>
            </a:pPr>
            <a:fld id="{B412CF81-FBD2-4988-8D72-9A03E2875460}" type="slidenum">
              <a:rPr lang="de-DE" smtClean="0"/>
              <a:pPr>
                <a:defRPr/>
              </a:pPr>
              <a:t>5</a:t>
            </a:fld>
            <a:endParaRPr lang="de-DE"/>
          </a:p>
        </p:txBody>
      </p:sp>
      <p:sp>
        <p:nvSpPr>
          <p:cNvPr id="6" name="Rectangle 5">
            <a:extLst>
              <a:ext uri="{FF2B5EF4-FFF2-40B4-BE49-F238E27FC236}">
                <a16:creationId xmlns:a16="http://schemas.microsoft.com/office/drawing/2014/main" id="{751E6D62-2B1C-DA41-DA79-5040ECA9F1DF}"/>
              </a:ext>
            </a:extLst>
          </p:cNvPr>
          <p:cNvSpPr/>
          <p:nvPr/>
        </p:nvSpPr>
        <p:spPr>
          <a:xfrm>
            <a:off x="838200" y="1664677"/>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Kennenlernen</a:t>
            </a:r>
          </a:p>
        </p:txBody>
      </p:sp>
      <p:sp>
        <p:nvSpPr>
          <p:cNvPr id="7" name="Rectangle 6">
            <a:extLst>
              <a:ext uri="{FF2B5EF4-FFF2-40B4-BE49-F238E27FC236}">
                <a16:creationId xmlns:a16="http://schemas.microsoft.com/office/drawing/2014/main" id="{C16346F8-62C8-0430-9FB1-825526EB0E99}"/>
              </a:ext>
            </a:extLst>
          </p:cNvPr>
          <p:cNvSpPr/>
          <p:nvPr/>
        </p:nvSpPr>
        <p:spPr>
          <a:xfrm>
            <a:off x="838200" y="2494560"/>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Organisatorisches</a:t>
            </a:r>
          </a:p>
        </p:txBody>
      </p:sp>
      <p:sp>
        <p:nvSpPr>
          <p:cNvPr id="8" name="Rectangle 7">
            <a:extLst>
              <a:ext uri="{FF2B5EF4-FFF2-40B4-BE49-F238E27FC236}">
                <a16:creationId xmlns:a16="http://schemas.microsoft.com/office/drawing/2014/main" id="{A45E62C6-B038-4620-092A-79F9CB5A8963}"/>
              </a:ext>
            </a:extLst>
          </p:cNvPr>
          <p:cNvSpPr/>
          <p:nvPr/>
        </p:nvSpPr>
        <p:spPr>
          <a:xfrm>
            <a:off x="838200" y="3324443"/>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Lernziele und Themenüberblick</a:t>
            </a:r>
          </a:p>
        </p:txBody>
      </p:sp>
    </p:spTree>
    <p:extLst>
      <p:ext uri="{BB962C8B-B14F-4D97-AF65-F5344CB8AC3E}">
        <p14:creationId xmlns:p14="http://schemas.microsoft.com/office/powerpoint/2010/main" val="1535909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388D0-61D3-1896-D50A-8591EF6AD6C4}"/>
              </a:ext>
            </a:extLst>
          </p:cNvPr>
          <p:cNvSpPr>
            <a:spLocks noGrp="1"/>
          </p:cNvSpPr>
          <p:nvPr>
            <p:ph type="title"/>
          </p:nvPr>
        </p:nvSpPr>
        <p:spPr/>
        <p:txBody>
          <a:bodyPr/>
          <a:lstStyle/>
          <a:p>
            <a:r>
              <a:rPr lang="en-DE"/>
              <a:t>Kontakt, Beratung, Hilfe</a:t>
            </a:r>
          </a:p>
        </p:txBody>
      </p:sp>
      <p:sp>
        <p:nvSpPr>
          <p:cNvPr id="3" name="Content Placeholder 2">
            <a:extLst>
              <a:ext uri="{FF2B5EF4-FFF2-40B4-BE49-F238E27FC236}">
                <a16:creationId xmlns:a16="http://schemas.microsoft.com/office/drawing/2014/main" id="{ECC9656E-DDF9-1CAF-03B4-60AE385D677B}"/>
              </a:ext>
            </a:extLst>
          </p:cNvPr>
          <p:cNvSpPr>
            <a:spLocks noGrp="1"/>
          </p:cNvSpPr>
          <p:nvPr>
            <p:ph idx="1"/>
          </p:nvPr>
        </p:nvSpPr>
        <p:spPr>
          <a:xfrm>
            <a:off x="1056217" y="1989138"/>
            <a:ext cx="10560050" cy="3960812"/>
          </a:xfrm>
        </p:spPr>
        <p:txBody>
          <a:bodyPr/>
          <a:lstStyle/>
          <a:p>
            <a:r>
              <a:rPr lang="en-DE" sz="2400"/>
              <a:t>Prof. Dr.-Ing. Sebastian Schlesinger</a:t>
            </a:r>
            <a:br>
              <a:rPr lang="en-DE" sz="2400"/>
            </a:br>
            <a:r>
              <a:rPr lang="en-DE" sz="2400"/>
              <a:t>Raum 1.1087</a:t>
            </a:r>
            <a:br>
              <a:rPr lang="en-DE" sz="2400"/>
            </a:br>
            <a:r>
              <a:rPr lang="en-US" sz="2400" err="1"/>
              <a:t>Kontakt</a:t>
            </a:r>
            <a:r>
              <a:rPr lang="en-US" sz="2400"/>
              <a:t> per MS Teams </a:t>
            </a:r>
            <a:r>
              <a:rPr lang="en-US" sz="2400" err="1"/>
              <a:t>oder</a:t>
            </a:r>
            <a:r>
              <a:rPr lang="en-US" sz="2400"/>
              <a:t> </a:t>
            </a:r>
            <a:r>
              <a:rPr lang="en-US" sz="2400">
                <a:hlinkClick r:id="rId2"/>
              </a:rPr>
              <a:t>Sebastian.Schlesinger@hwr-berlin.de</a:t>
            </a:r>
            <a:r>
              <a:rPr lang="en-US" sz="2400"/>
              <a:t> </a:t>
            </a:r>
            <a:endParaRPr lang="en-DE" sz="2400"/>
          </a:p>
        </p:txBody>
      </p:sp>
      <p:sp>
        <p:nvSpPr>
          <p:cNvPr id="4" name="Slide Number Placeholder 3">
            <a:extLst>
              <a:ext uri="{FF2B5EF4-FFF2-40B4-BE49-F238E27FC236}">
                <a16:creationId xmlns:a16="http://schemas.microsoft.com/office/drawing/2014/main" id="{66FB8BB7-B98F-B1AA-86DA-614963823D01}"/>
              </a:ext>
            </a:extLst>
          </p:cNvPr>
          <p:cNvSpPr>
            <a:spLocks noGrp="1"/>
          </p:cNvSpPr>
          <p:nvPr>
            <p:ph type="sldNum" sz="quarter" idx="12"/>
          </p:nvPr>
        </p:nvSpPr>
        <p:spPr/>
        <p:txBody>
          <a:bodyPr/>
          <a:lstStyle/>
          <a:p>
            <a:pPr>
              <a:defRPr/>
            </a:pPr>
            <a:fld id="{B412CF81-FBD2-4988-8D72-9A03E2875460}" type="slidenum">
              <a:rPr lang="de-DE" smtClean="0"/>
              <a:pPr>
                <a:defRPr/>
              </a:pPr>
              <a:t>6</a:t>
            </a:fld>
            <a:endParaRPr lang="de-DE"/>
          </a:p>
        </p:txBody>
      </p:sp>
    </p:spTree>
    <p:extLst>
      <p:ext uri="{BB962C8B-B14F-4D97-AF65-F5344CB8AC3E}">
        <p14:creationId xmlns:p14="http://schemas.microsoft.com/office/powerpoint/2010/main" val="666176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0B653-BB69-1DAD-503B-77539639D71A}"/>
              </a:ext>
            </a:extLst>
          </p:cNvPr>
          <p:cNvSpPr>
            <a:spLocks noGrp="1"/>
          </p:cNvSpPr>
          <p:nvPr>
            <p:ph type="title"/>
          </p:nvPr>
        </p:nvSpPr>
        <p:spPr/>
        <p:txBody>
          <a:bodyPr/>
          <a:lstStyle/>
          <a:p>
            <a:r>
              <a:rPr lang="en-US" err="1"/>
              <a:t>Prinzipieller</a:t>
            </a:r>
            <a:r>
              <a:rPr lang="en-US"/>
              <a:t> </a:t>
            </a:r>
            <a:r>
              <a:rPr lang="en-US" err="1"/>
              <a:t>Ablauf</a:t>
            </a:r>
            <a:endParaRPr lang="en-US"/>
          </a:p>
        </p:txBody>
      </p:sp>
      <p:sp>
        <p:nvSpPr>
          <p:cNvPr id="4" name="Slide Number Placeholder 3">
            <a:extLst>
              <a:ext uri="{FF2B5EF4-FFF2-40B4-BE49-F238E27FC236}">
                <a16:creationId xmlns:a16="http://schemas.microsoft.com/office/drawing/2014/main" id="{704689C6-7878-7C12-2B7A-4573FFAAB051}"/>
              </a:ext>
            </a:extLst>
          </p:cNvPr>
          <p:cNvSpPr>
            <a:spLocks noGrp="1"/>
          </p:cNvSpPr>
          <p:nvPr>
            <p:ph type="sldNum" sz="quarter" idx="12"/>
          </p:nvPr>
        </p:nvSpPr>
        <p:spPr/>
        <p:txBody>
          <a:bodyPr/>
          <a:lstStyle/>
          <a:p>
            <a:pPr>
              <a:defRPr/>
            </a:pPr>
            <a:fld id="{B412CF81-FBD2-4988-8D72-9A03E2875460}" type="slidenum">
              <a:rPr lang="de-DE" smtClean="0"/>
              <a:pPr>
                <a:defRPr/>
              </a:pPr>
              <a:t>7</a:t>
            </a:fld>
            <a:endParaRPr lang="de-DE"/>
          </a:p>
        </p:txBody>
      </p:sp>
      <p:sp>
        <p:nvSpPr>
          <p:cNvPr id="3" name="Content Placeholder 2">
            <a:extLst>
              <a:ext uri="{FF2B5EF4-FFF2-40B4-BE49-F238E27FC236}">
                <a16:creationId xmlns:a16="http://schemas.microsoft.com/office/drawing/2014/main" id="{630AAD97-2083-6161-98F1-281D32FBA3C1}"/>
              </a:ext>
            </a:extLst>
          </p:cNvPr>
          <p:cNvSpPr>
            <a:spLocks noGrp="1"/>
          </p:cNvSpPr>
          <p:nvPr>
            <p:ph idx="1"/>
          </p:nvPr>
        </p:nvSpPr>
        <p:spPr>
          <a:xfrm>
            <a:off x="1058221" y="1160748"/>
            <a:ext cx="10560050" cy="3047696"/>
          </a:xfrm>
        </p:spPr>
        <p:txBody>
          <a:bodyPr/>
          <a:lstStyle/>
          <a:p>
            <a:r>
              <a:rPr lang="en-US" sz="2400" dirty="0"/>
              <a:t>Blended Learning, </a:t>
            </a:r>
            <a:r>
              <a:rPr lang="en-US" sz="2400" dirty="0" err="1"/>
              <a:t>d.h.</a:t>
            </a:r>
            <a:r>
              <a:rPr lang="en-US" sz="2400" dirty="0"/>
              <a:t> die </a:t>
            </a:r>
            <a:r>
              <a:rPr lang="en-US" sz="2400" dirty="0" err="1"/>
              <a:t>Bearbeitung</a:t>
            </a:r>
            <a:r>
              <a:rPr lang="en-US" sz="2400" dirty="0"/>
              <a:t> der </a:t>
            </a:r>
            <a:r>
              <a:rPr lang="en-US" sz="2400" dirty="0" err="1"/>
              <a:t>meisten</a:t>
            </a:r>
            <a:r>
              <a:rPr lang="en-US" sz="2400" dirty="0"/>
              <a:t> </a:t>
            </a:r>
            <a:r>
              <a:rPr lang="en-US" sz="2400" dirty="0" err="1"/>
              <a:t>Vorlesungen</a:t>
            </a:r>
            <a:r>
              <a:rPr lang="en-US" sz="2400" dirty="0"/>
              <a:t> </a:t>
            </a:r>
            <a:r>
              <a:rPr lang="en-US" sz="2400" dirty="0" err="1"/>
              <a:t>ist</a:t>
            </a:r>
            <a:r>
              <a:rPr lang="en-US" sz="2400" dirty="0"/>
              <a:t> </a:t>
            </a:r>
            <a:r>
              <a:rPr lang="en-US" sz="2400" dirty="0" err="1"/>
              <a:t>asynchron</a:t>
            </a:r>
            <a:endParaRPr lang="en-US" sz="2400" dirty="0"/>
          </a:p>
          <a:p>
            <a:r>
              <a:rPr lang="en-US" sz="2400" dirty="0" err="1"/>
              <a:t>Zwischendurch</a:t>
            </a:r>
            <a:r>
              <a:rPr lang="en-US" sz="2400" dirty="0"/>
              <a:t> </a:t>
            </a:r>
            <a:r>
              <a:rPr lang="en-US" sz="2400" dirty="0" err="1"/>
              <a:t>Präsenz</a:t>
            </a:r>
            <a:r>
              <a:rPr lang="en-US" sz="2400" dirty="0"/>
              <a:t>- </a:t>
            </a:r>
            <a:r>
              <a:rPr lang="en-US" sz="2400" dirty="0" err="1"/>
              <a:t>bzw</a:t>
            </a:r>
            <a:r>
              <a:rPr lang="en-US" sz="2400" dirty="0"/>
              <a:t>. </a:t>
            </a:r>
            <a:r>
              <a:rPr lang="en-US" sz="2400" dirty="0" err="1"/>
              <a:t>Onlineveranstaltungen</a:t>
            </a:r>
            <a:endParaRPr lang="en-DE" sz="2400" dirty="0"/>
          </a:p>
          <a:p>
            <a:pPr>
              <a:buFont typeface="Wingdings" pitchFamily="2" charset="2"/>
              <a:buChar char="à"/>
            </a:pPr>
            <a:r>
              <a:rPr lang="en-GB" sz="2400" dirty="0">
                <a:sym typeface="Wingdings" pitchFamily="2" charset="2"/>
              </a:rPr>
              <a:t>s. </a:t>
            </a:r>
            <a:r>
              <a:rPr lang="en-GB" sz="2400" dirty="0" err="1">
                <a:sym typeface="Wingdings" pitchFamily="2" charset="2"/>
              </a:rPr>
              <a:t>Kalender</a:t>
            </a:r>
            <a:r>
              <a:rPr lang="en-GB" sz="2400" dirty="0">
                <a:sym typeface="Wingdings" pitchFamily="2" charset="2"/>
              </a:rPr>
              <a:t> </a:t>
            </a:r>
            <a:r>
              <a:rPr lang="en-GB" sz="2400" dirty="0" err="1">
                <a:sym typeface="Wingdings" pitchFamily="2" charset="2"/>
              </a:rPr>
              <a:t>bzw</a:t>
            </a:r>
            <a:r>
              <a:rPr lang="en-GB" sz="2400" dirty="0">
                <a:sym typeface="Wingdings" pitchFamily="2" charset="2"/>
              </a:rPr>
              <a:t>. </a:t>
            </a:r>
            <a:r>
              <a:rPr lang="en-GB" sz="2400" dirty="0" err="1">
                <a:sym typeface="Wingdings" pitchFamily="2" charset="2"/>
              </a:rPr>
              <a:t>im</a:t>
            </a:r>
            <a:r>
              <a:rPr lang="en-GB" sz="2400" dirty="0">
                <a:sym typeface="Wingdings" pitchFamily="2" charset="2"/>
              </a:rPr>
              <a:t> Moodle-</a:t>
            </a:r>
            <a:r>
              <a:rPr lang="en-GB" sz="2400" dirty="0" err="1">
                <a:sym typeface="Wingdings" pitchFamily="2" charset="2"/>
              </a:rPr>
              <a:t>Kurs</a:t>
            </a:r>
            <a:endParaRPr lang="en-GB" sz="2400" dirty="0">
              <a:sym typeface="Wingdings" pitchFamily="2" charset="2"/>
            </a:endParaRPr>
          </a:p>
          <a:p>
            <a:pPr>
              <a:buFont typeface="Arial" panose="020B0604020202020204" pitchFamily="34" charset="0"/>
              <a:buChar char="•"/>
            </a:pPr>
            <a:r>
              <a:rPr lang="en-GB" sz="2400" dirty="0" err="1">
                <a:sym typeface="Wingdings" pitchFamily="2" charset="2"/>
              </a:rPr>
              <a:t>Materialien</a:t>
            </a:r>
            <a:r>
              <a:rPr lang="en-GB" sz="2400" dirty="0">
                <a:sym typeface="Wingdings" pitchFamily="2" charset="2"/>
              </a:rPr>
              <a:t> </a:t>
            </a:r>
            <a:r>
              <a:rPr lang="en-GB" sz="2400" dirty="0" err="1">
                <a:sym typeface="Wingdings" pitchFamily="2" charset="2"/>
              </a:rPr>
              <a:t>erscheinen</a:t>
            </a:r>
            <a:r>
              <a:rPr lang="en-GB" sz="2400" dirty="0">
                <a:sym typeface="Wingdings" pitchFamily="2" charset="2"/>
              </a:rPr>
              <a:t> </a:t>
            </a:r>
            <a:r>
              <a:rPr lang="en-GB" sz="2400" dirty="0" err="1">
                <a:sym typeface="Wingdings" pitchFamily="2" charset="2"/>
              </a:rPr>
              <a:t>jeweils</a:t>
            </a:r>
            <a:r>
              <a:rPr lang="en-GB" sz="2400" dirty="0">
                <a:sym typeface="Wingdings" pitchFamily="2" charset="2"/>
              </a:rPr>
              <a:t> in den </a:t>
            </a:r>
            <a:r>
              <a:rPr lang="en-GB" sz="2400" dirty="0" err="1">
                <a:sym typeface="Wingdings" pitchFamily="2" charset="2"/>
              </a:rPr>
              <a:t>Wochen</a:t>
            </a:r>
            <a:r>
              <a:rPr lang="en-GB" sz="2400" dirty="0">
                <a:sym typeface="Wingdings" pitchFamily="2" charset="2"/>
              </a:rPr>
              <a:t>, die für die </a:t>
            </a:r>
            <a:r>
              <a:rPr lang="en-GB" sz="2400" dirty="0" err="1">
                <a:sym typeface="Wingdings" pitchFamily="2" charset="2"/>
              </a:rPr>
              <a:t>Bearbeitung</a:t>
            </a:r>
            <a:r>
              <a:rPr lang="en-GB" sz="2400" dirty="0">
                <a:sym typeface="Wingdings" pitchFamily="2" charset="2"/>
              </a:rPr>
              <a:t> </a:t>
            </a:r>
            <a:r>
              <a:rPr lang="en-GB" sz="2400" dirty="0" err="1">
                <a:sym typeface="Wingdings" pitchFamily="2" charset="2"/>
              </a:rPr>
              <a:t>vorgesehen</a:t>
            </a:r>
            <a:r>
              <a:rPr lang="en-GB" sz="2400" dirty="0">
                <a:sym typeface="Wingdings" pitchFamily="2" charset="2"/>
              </a:rPr>
              <a:t> </a:t>
            </a:r>
            <a:r>
              <a:rPr lang="en-GB" sz="2400" dirty="0" err="1">
                <a:sym typeface="Wingdings" pitchFamily="2" charset="2"/>
              </a:rPr>
              <a:t>sind</a:t>
            </a:r>
            <a:endParaRPr lang="en-GB" sz="2400" dirty="0">
              <a:sym typeface="Wingdings" pitchFamily="2" charset="2"/>
            </a:endParaRPr>
          </a:p>
          <a:p>
            <a:pPr>
              <a:buFont typeface="Arial" panose="020B0604020202020204" pitchFamily="34" charset="0"/>
              <a:buChar char="•"/>
            </a:pPr>
            <a:r>
              <a:rPr lang="en-GB" sz="2400" dirty="0" err="1">
                <a:sym typeface="Wingdings" pitchFamily="2" charset="2"/>
              </a:rPr>
              <a:t>Innerhalb</a:t>
            </a:r>
            <a:r>
              <a:rPr lang="en-GB" sz="2400" dirty="0">
                <a:sym typeface="Wingdings" pitchFamily="2" charset="2"/>
              </a:rPr>
              <a:t> der </a:t>
            </a:r>
            <a:r>
              <a:rPr lang="en-GB" sz="2400" dirty="0" err="1">
                <a:sym typeface="Wingdings" pitchFamily="2" charset="2"/>
              </a:rPr>
              <a:t>jeweiligen</a:t>
            </a:r>
            <a:r>
              <a:rPr lang="en-GB" sz="2400" dirty="0">
                <a:sym typeface="Wingdings" pitchFamily="2" charset="2"/>
              </a:rPr>
              <a:t> </a:t>
            </a:r>
            <a:r>
              <a:rPr lang="en-GB" sz="2400" dirty="0" err="1">
                <a:sym typeface="Wingdings" pitchFamily="2" charset="2"/>
              </a:rPr>
              <a:t>Woche</a:t>
            </a:r>
            <a:r>
              <a:rPr lang="en-GB" sz="2400" dirty="0">
                <a:sym typeface="Wingdings" pitchFamily="2" charset="2"/>
              </a:rPr>
              <a:t> bitte die </a:t>
            </a:r>
            <a:r>
              <a:rPr lang="en-GB" sz="2400" dirty="0" err="1">
                <a:sym typeface="Wingdings" pitchFamily="2" charset="2"/>
              </a:rPr>
              <a:t>Materialien</a:t>
            </a:r>
            <a:r>
              <a:rPr lang="en-GB" sz="2400" dirty="0">
                <a:sym typeface="Wingdings" pitchFamily="2" charset="2"/>
              </a:rPr>
              <a:t> </a:t>
            </a:r>
            <a:r>
              <a:rPr lang="en-GB" sz="2400" dirty="0" err="1">
                <a:sym typeface="Wingdings" pitchFamily="2" charset="2"/>
              </a:rPr>
              <a:t>durcharbeiten</a:t>
            </a:r>
            <a:endParaRPr lang="en-GB" sz="2400" dirty="0">
              <a:sym typeface="Wingdings" pitchFamily="2" charset="2"/>
            </a:endParaRPr>
          </a:p>
          <a:p>
            <a:pPr>
              <a:buFont typeface="Arial" panose="020B0604020202020204" pitchFamily="34" charset="0"/>
              <a:buChar char="•"/>
            </a:pPr>
            <a:r>
              <a:rPr lang="en-GB" sz="2400" dirty="0" err="1">
                <a:sym typeface="Wingdings" pitchFamily="2" charset="2"/>
              </a:rPr>
              <a:t>Enthält</a:t>
            </a:r>
            <a:r>
              <a:rPr lang="en-GB" sz="2400" dirty="0">
                <a:sym typeface="Wingdings" pitchFamily="2" charset="2"/>
              </a:rPr>
              <a:t> </a:t>
            </a:r>
            <a:r>
              <a:rPr lang="en-GB" sz="2400" dirty="0" err="1">
                <a:sym typeface="Wingdings" pitchFamily="2" charset="2"/>
              </a:rPr>
              <a:t>auch</a:t>
            </a:r>
            <a:r>
              <a:rPr lang="en-GB" sz="2400" dirty="0">
                <a:sym typeface="Wingdings" pitchFamily="2" charset="2"/>
              </a:rPr>
              <a:t> </a:t>
            </a:r>
            <a:r>
              <a:rPr lang="en-GB" sz="2400" dirty="0" err="1">
                <a:sym typeface="Wingdings" pitchFamily="2" charset="2"/>
              </a:rPr>
              <a:t>Aufgaben</a:t>
            </a:r>
            <a:r>
              <a:rPr lang="en-GB" sz="2400" dirty="0">
                <a:sym typeface="Wingdings" pitchFamily="2" charset="2"/>
              </a:rPr>
              <a:t> und </a:t>
            </a:r>
            <a:r>
              <a:rPr lang="en-GB" sz="2400" dirty="0" err="1">
                <a:sym typeface="Wingdings" pitchFamily="2" charset="2"/>
              </a:rPr>
              <a:t>optionale</a:t>
            </a:r>
            <a:r>
              <a:rPr lang="en-GB" sz="2400" dirty="0">
                <a:sym typeface="Wingdings" pitchFamily="2" charset="2"/>
              </a:rPr>
              <a:t> </a:t>
            </a:r>
            <a:r>
              <a:rPr lang="en-GB" sz="2400" dirty="0" err="1">
                <a:sym typeface="Wingdings" pitchFamily="2" charset="2"/>
              </a:rPr>
              <a:t>Inhalte</a:t>
            </a:r>
            <a:endParaRPr lang="en-GB" sz="2400" dirty="0">
              <a:sym typeface="Wingdings" pitchFamily="2" charset="2"/>
            </a:endParaRPr>
          </a:p>
          <a:p>
            <a:pPr marL="0" indent="0">
              <a:buNone/>
            </a:pPr>
            <a:endParaRPr lang="en-DE" sz="2400" dirty="0"/>
          </a:p>
          <a:p>
            <a:r>
              <a:rPr lang="en-DE" sz="2400" dirty="0"/>
              <a:t>Prüfungsleistung</a:t>
            </a:r>
            <a:r>
              <a:rPr lang="en-DE" sz="2400"/>
              <a:t>: Konstruktionsentwurf</a:t>
            </a:r>
            <a:endParaRPr lang="en-DE" sz="2400" dirty="0"/>
          </a:p>
        </p:txBody>
      </p:sp>
    </p:spTree>
    <p:extLst>
      <p:ext uri="{BB962C8B-B14F-4D97-AF65-F5344CB8AC3E}">
        <p14:creationId xmlns:p14="http://schemas.microsoft.com/office/powerpoint/2010/main" val="785929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21E58-0C34-F683-3380-3A03E46760D5}"/>
              </a:ext>
            </a:extLst>
          </p:cNvPr>
          <p:cNvSpPr>
            <a:spLocks noGrp="1"/>
          </p:cNvSpPr>
          <p:nvPr>
            <p:ph type="title"/>
          </p:nvPr>
        </p:nvSpPr>
        <p:spPr/>
        <p:txBody>
          <a:bodyPr/>
          <a:lstStyle/>
          <a:p>
            <a:r>
              <a:rPr lang="en-DE"/>
              <a:t>Gruppeneinteilung</a:t>
            </a:r>
          </a:p>
        </p:txBody>
      </p:sp>
      <p:sp>
        <p:nvSpPr>
          <p:cNvPr id="3" name="Content Placeholder 2">
            <a:extLst>
              <a:ext uri="{FF2B5EF4-FFF2-40B4-BE49-F238E27FC236}">
                <a16:creationId xmlns:a16="http://schemas.microsoft.com/office/drawing/2014/main" id="{D4DD72DE-8BE6-2CDD-1D93-877FFA84898E}"/>
              </a:ext>
            </a:extLst>
          </p:cNvPr>
          <p:cNvSpPr>
            <a:spLocks noGrp="1"/>
          </p:cNvSpPr>
          <p:nvPr>
            <p:ph idx="1"/>
          </p:nvPr>
        </p:nvSpPr>
        <p:spPr>
          <a:xfrm>
            <a:off x="1056216" y="1989138"/>
            <a:ext cx="10560051" cy="3960812"/>
          </a:xfrm>
        </p:spPr>
        <p:txBody>
          <a:bodyPr/>
          <a:lstStyle/>
          <a:p>
            <a:r>
              <a:rPr lang="en-DE" sz="2400"/>
              <a:t>Für die Bearbeitung der Aufgaben und auch Diskussion in Präsenz ist Gruppenarbeit sinnvoll</a:t>
            </a:r>
          </a:p>
          <a:p>
            <a:pPr>
              <a:buFont typeface="Wingdings" pitchFamily="2" charset="2"/>
              <a:buChar char="à"/>
            </a:pPr>
            <a:r>
              <a:rPr lang="en-DE" sz="2400">
                <a:sym typeface="Wingdings" pitchFamily="2" charset="2"/>
              </a:rPr>
              <a:t>1</a:t>
            </a:r>
            <a:r>
              <a:rPr lang="de-DE" sz="2400" dirty="0">
                <a:sym typeface="Wingdings" pitchFamily="2" charset="2"/>
              </a:rPr>
              <a:t>6</a:t>
            </a:r>
            <a:r>
              <a:rPr lang="en-DE" sz="2400">
                <a:sym typeface="Wingdings" pitchFamily="2" charset="2"/>
              </a:rPr>
              <a:t> ist durch </a:t>
            </a:r>
            <a:r>
              <a:rPr lang="de-DE" sz="2400" dirty="0">
                <a:sym typeface="Wingdings" pitchFamily="2" charset="2"/>
              </a:rPr>
              <a:t>4 teilbar </a:t>
            </a:r>
            <a:r>
              <a:rPr lang="en-DE" sz="2400">
                <a:sym typeface="Wingdings" pitchFamily="2" charset="2"/>
              </a:rPr>
              <a:t> </a:t>
            </a:r>
            <a:endParaRPr lang="de-DE" sz="2400" dirty="0">
              <a:sym typeface="Wingdings" pitchFamily="2" charset="2"/>
            </a:endParaRPr>
          </a:p>
          <a:p>
            <a:pPr>
              <a:buFont typeface="Wingdings" pitchFamily="2" charset="2"/>
              <a:buChar char="à"/>
            </a:pPr>
            <a:r>
              <a:rPr lang="de-DE" sz="2400" dirty="0">
                <a:sym typeface="Wingdings" pitchFamily="2" charset="2"/>
              </a:rPr>
              <a:t>4 Gruppen à 4 Teilnehmer?</a:t>
            </a:r>
          </a:p>
          <a:p>
            <a:pPr>
              <a:buFont typeface="Wingdings" pitchFamily="2" charset="2"/>
              <a:buChar char="à"/>
            </a:pPr>
            <a:r>
              <a:rPr lang="de-DE" sz="2400">
                <a:sym typeface="Wingdings" pitchFamily="2" charset="2"/>
              </a:rPr>
              <a:t>Mischung: </a:t>
            </a:r>
            <a:endParaRPr lang="en-DE" sz="2400">
              <a:sym typeface="Wingdings" pitchFamily="2" charset="2"/>
            </a:endParaRPr>
          </a:p>
          <a:p>
            <a:pPr>
              <a:buFont typeface="Wingdings" pitchFamily="2" charset="2"/>
              <a:buChar char="à"/>
            </a:pPr>
            <a:r>
              <a:rPr lang="en-DE" sz="2400">
                <a:sym typeface="Wingdings" pitchFamily="2" charset="2"/>
              </a:rPr>
              <a:t>Präferenzen?</a:t>
            </a:r>
            <a:endParaRPr lang="en-DE" sz="2400"/>
          </a:p>
        </p:txBody>
      </p:sp>
      <p:sp>
        <p:nvSpPr>
          <p:cNvPr id="4" name="Slide Number Placeholder 3">
            <a:extLst>
              <a:ext uri="{FF2B5EF4-FFF2-40B4-BE49-F238E27FC236}">
                <a16:creationId xmlns:a16="http://schemas.microsoft.com/office/drawing/2014/main" id="{D86E55CF-D301-85A1-1218-62FC93EEEF21}"/>
              </a:ext>
            </a:extLst>
          </p:cNvPr>
          <p:cNvSpPr>
            <a:spLocks noGrp="1"/>
          </p:cNvSpPr>
          <p:nvPr>
            <p:ph type="sldNum" sz="quarter" idx="12"/>
          </p:nvPr>
        </p:nvSpPr>
        <p:spPr/>
        <p:txBody>
          <a:bodyPr/>
          <a:lstStyle/>
          <a:p>
            <a:pPr>
              <a:defRPr/>
            </a:pPr>
            <a:fld id="{B412CF81-FBD2-4988-8D72-9A03E2875460}" type="slidenum">
              <a:rPr lang="de-DE" smtClean="0"/>
              <a:pPr>
                <a:defRPr/>
              </a:pPr>
              <a:t>8</a:t>
            </a:fld>
            <a:endParaRPr lang="de-DE"/>
          </a:p>
        </p:txBody>
      </p:sp>
    </p:spTree>
    <p:extLst>
      <p:ext uri="{BB962C8B-B14F-4D97-AF65-F5344CB8AC3E}">
        <p14:creationId xmlns:p14="http://schemas.microsoft.com/office/powerpoint/2010/main" val="2483258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B9A70-0606-E950-DCC8-47BD10EA14DC}"/>
              </a:ext>
            </a:extLst>
          </p:cNvPr>
          <p:cNvSpPr>
            <a:spLocks noGrp="1"/>
          </p:cNvSpPr>
          <p:nvPr>
            <p:ph type="title"/>
          </p:nvPr>
        </p:nvSpPr>
        <p:spPr/>
        <p:txBody>
          <a:bodyPr/>
          <a:lstStyle/>
          <a:p>
            <a:r>
              <a:rPr lang="de-DE"/>
              <a:t>Überblick</a:t>
            </a:r>
            <a:endParaRPr lang="en-US"/>
          </a:p>
        </p:txBody>
      </p:sp>
      <p:sp>
        <p:nvSpPr>
          <p:cNvPr id="4" name="Slide Number Placeholder 3">
            <a:extLst>
              <a:ext uri="{FF2B5EF4-FFF2-40B4-BE49-F238E27FC236}">
                <a16:creationId xmlns:a16="http://schemas.microsoft.com/office/drawing/2014/main" id="{355CB89E-6B0C-C550-A9D7-AE4FEB5CF7D1}"/>
              </a:ext>
            </a:extLst>
          </p:cNvPr>
          <p:cNvSpPr>
            <a:spLocks noGrp="1"/>
          </p:cNvSpPr>
          <p:nvPr>
            <p:ph type="sldNum" sz="quarter" idx="12"/>
          </p:nvPr>
        </p:nvSpPr>
        <p:spPr/>
        <p:txBody>
          <a:bodyPr/>
          <a:lstStyle/>
          <a:p>
            <a:pPr>
              <a:defRPr/>
            </a:pPr>
            <a:fld id="{B412CF81-FBD2-4988-8D72-9A03E2875460}" type="slidenum">
              <a:rPr lang="de-DE" smtClean="0"/>
              <a:pPr>
                <a:defRPr/>
              </a:pPr>
              <a:t>9</a:t>
            </a:fld>
            <a:endParaRPr lang="de-DE"/>
          </a:p>
        </p:txBody>
      </p:sp>
      <p:sp>
        <p:nvSpPr>
          <p:cNvPr id="6" name="Rectangle 5">
            <a:extLst>
              <a:ext uri="{FF2B5EF4-FFF2-40B4-BE49-F238E27FC236}">
                <a16:creationId xmlns:a16="http://schemas.microsoft.com/office/drawing/2014/main" id="{751E6D62-2B1C-DA41-DA79-5040ECA9F1DF}"/>
              </a:ext>
            </a:extLst>
          </p:cNvPr>
          <p:cNvSpPr/>
          <p:nvPr/>
        </p:nvSpPr>
        <p:spPr>
          <a:xfrm>
            <a:off x="838200" y="1664677"/>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Kennenlernen</a:t>
            </a:r>
          </a:p>
        </p:txBody>
      </p:sp>
      <p:sp>
        <p:nvSpPr>
          <p:cNvPr id="7" name="Rectangle 6">
            <a:extLst>
              <a:ext uri="{FF2B5EF4-FFF2-40B4-BE49-F238E27FC236}">
                <a16:creationId xmlns:a16="http://schemas.microsoft.com/office/drawing/2014/main" id="{C16346F8-62C8-0430-9FB1-825526EB0E99}"/>
              </a:ext>
            </a:extLst>
          </p:cNvPr>
          <p:cNvSpPr/>
          <p:nvPr/>
        </p:nvSpPr>
        <p:spPr>
          <a:xfrm>
            <a:off x="838200" y="2494560"/>
            <a:ext cx="11025554" cy="590748"/>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Organisatorisches</a:t>
            </a:r>
          </a:p>
        </p:txBody>
      </p:sp>
      <p:sp>
        <p:nvSpPr>
          <p:cNvPr id="8" name="Rectangle 7">
            <a:extLst>
              <a:ext uri="{FF2B5EF4-FFF2-40B4-BE49-F238E27FC236}">
                <a16:creationId xmlns:a16="http://schemas.microsoft.com/office/drawing/2014/main" id="{A45E62C6-B038-4620-092A-79F9CB5A8963}"/>
              </a:ext>
            </a:extLst>
          </p:cNvPr>
          <p:cNvSpPr/>
          <p:nvPr/>
        </p:nvSpPr>
        <p:spPr>
          <a:xfrm>
            <a:off x="838200" y="3324443"/>
            <a:ext cx="11025554" cy="59074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sz="2400"/>
              <a:t>Lernziele und Themenüberblick</a:t>
            </a:r>
          </a:p>
        </p:txBody>
      </p:sp>
    </p:spTree>
    <p:extLst>
      <p:ext uri="{BB962C8B-B14F-4D97-AF65-F5344CB8AC3E}">
        <p14:creationId xmlns:p14="http://schemas.microsoft.com/office/powerpoint/2010/main" val="1119216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DDB63-C272-ECA5-4C90-CE3E9A94F080}"/>
              </a:ext>
            </a:extLst>
          </p:cNvPr>
          <p:cNvSpPr>
            <a:spLocks noGrp="1"/>
          </p:cNvSpPr>
          <p:nvPr>
            <p:ph type="title"/>
          </p:nvPr>
        </p:nvSpPr>
        <p:spPr/>
        <p:txBody>
          <a:bodyPr/>
          <a:lstStyle/>
          <a:p>
            <a:r>
              <a:rPr lang="en-DE"/>
              <a:t>Lernziele</a:t>
            </a:r>
          </a:p>
        </p:txBody>
      </p:sp>
      <p:sp>
        <p:nvSpPr>
          <p:cNvPr id="3" name="Content Placeholder 2">
            <a:extLst>
              <a:ext uri="{FF2B5EF4-FFF2-40B4-BE49-F238E27FC236}">
                <a16:creationId xmlns:a16="http://schemas.microsoft.com/office/drawing/2014/main" id="{08F155B2-6B23-47F4-4772-E11783AECA16}"/>
              </a:ext>
            </a:extLst>
          </p:cNvPr>
          <p:cNvSpPr>
            <a:spLocks noGrp="1"/>
          </p:cNvSpPr>
          <p:nvPr>
            <p:ph idx="1"/>
          </p:nvPr>
        </p:nvSpPr>
        <p:spPr>
          <a:xfrm>
            <a:off x="1056217" y="989396"/>
            <a:ext cx="7128016" cy="5319329"/>
          </a:xfrm>
        </p:spPr>
        <p:txBody>
          <a:bodyPr/>
          <a:lstStyle/>
          <a:p>
            <a:pPr marL="0" indent="0">
              <a:lnSpc>
                <a:spcPct val="150000"/>
              </a:lnSpc>
              <a:buNone/>
            </a:pPr>
            <a:r>
              <a:rPr lang="en-DE"/>
              <a:t>Studierende</a:t>
            </a:r>
          </a:p>
          <a:p>
            <a:r>
              <a:rPr lang="en-GB" dirty="0"/>
              <a:t>e</a:t>
            </a:r>
            <a:r>
              <a:rPr lang="en-DE"/>
              <a:t>rlernen vertiefende Technologie-Kenntnisse über aktuelle Vielfalt moderner Informationstechnologie</a:t>
            </a:r>
          </a:p>
          <a:p>
            <a:r>
              <a:rPr lang="de-DE" dirty="0"/>
              <a:t>verstehen die grundlegenden Bestandteile, Konzepte und Ausprägungen ausgewählter Technologien</a:t>
            </a:r>
          </a:p>
          <a:p>
            <a:r>
              <a:rPr lang="de-DE" dirty="0"/>
              <a:t>erfassen die Einsatzmöglichkeiten der ausgewählten Technologien und sind in der Lage, Strategien für deren Einsatz zu entwickeln, u.a. indem sie in der Lage sind, geeignete Technologien anhand von Use Cases auszuwählen</a:t>
            </a:r>
          </a:p>
          <a:p>
            <a:r>
              <a:rPr lang="de-DE" dirty="0"/>
              <a:t>erweitern ihre Methodenkompetenz zur angewandten Managementforschung</a:t>
            </a:r>
          </a:p>
          <a:p>
            <a:r>
              <a:rPr lang="de-DE" dirty="0"/>
              <a:t>vertiefen ihre Analysekompetenz durch spezifische Aufgaben und Gruppenarbeiten</a:t>
            </a:r>
            <a:r>
              <a:rPr lang="en-DE"/>
              <a:t> </a:t>
            </a:r>
          </a:p>
          <a:p>
            <a:endParaRPr lang="en-DE"/>
          </a:p>
        </p:txBody>
      </p:sp>
      <p:sp>
        <p:nvSpPr>
          <p:cNvPr id="4" name="Slide Number Placeholder 3">
            <a:extLst>
              <a:ext uri="{FF2B5EF4-FFF2-40B4-BE49-F238E27FC236}">
                <a16:creationId xmlns:a16="http://schemas.microsoft.com/office/drawing/2014/main" id="{7E97D190-B386-F2CE-7FD2-3270C6126BEE}"/>
              </a:ext>
            </a:extLst>
          </p:cNvPr>
          <p:cNvSpPr>
            <a:spLocks noGrp="1"/>
          </p:cNvSpPr>
          <p:nvPr>
            <p:ph type="sldNum" sz="quarter" idx="12"/>
          </p:nvPr>
        </p:nvSpPr>
        <p:spPr/>
        <p:txBody>
          <a:bodyPr/>
          <a:lstStyle/>
          <a:p>
            <a:pPr>
              <a:defRPr/>
            </a:pPr>
            <a:fld id="{B412CF81-FBD2-4988-8D72-9A03E2875460}" type="slidenum">
              <a:rPr lang="de-DE" smtClean="0"/>
              <a:pPr>
                <a:defRPr/>
              </a:pPr>
              <a:t>10</a:t>
            </a:fld>
            <a:endParaRPr lang="de-DE"/>
          </a:p>
        </p:txBody>
      </p:sp>
      <p:sp>
        <p:nvSpPr>
          <p:cNvPr id="5" name="TextBox 4">
            <a:extLst>
              <a:ext uri="{FF2B5EF4-FFF2-40B4-BE49-F238E27FC236}">
                <a16:creationId xmlns:a16="http://schemas.microsoft.com/office/drawing/2014/main" id="{7C6FBC62-73D0-DC0A-8068-0E98C3A5B8F3}"/>
              </a:ext>
            </a:extLst>
          </p:cNvPr>
          <p:cNvSpPr txBox="1"/>
          <p:nvPr/>
        </p:nvSpPr>
        <p:spPr>
          <a:xfrm>
            <a:off x="8400257" y="1749426"/>
            <a:ext cx="3216011" cy="369332"/>
          </a:xfrm>
          <a:prstGeom prst="rect">
            <a:avLst/>
          </a:prstGeom>
          <a:noFill/>
        </p:spPr>
        <p:txBody>
          <a:bodyPr wrap="square" rtlCol="0">
            <a:spAutoFit/>
          </a:bodyPr>
          <a:lstStyle/>
          <a:p>
            <a:r>
              <a:rPr lang="en-DE"/>
              <a:t>Vorlesung, Theorie</a:t>
            </a:r>
          </a:p>
        </p:txBody>
      </p:sp>
      <p:sp>
        <p:nvSpPr>
          <p:cNvPr id="6" name="TextBox 5">
            <a:extLst>
              <a:ext uri="{FF2B5EF4-FFF2-40B4-BE49-F238E27FC236}">
                <a16:creationId xmlns:a16="http://schemas.microsoft.com/office/drawing/2014/main" id="{A7D7E6CA-0E75-ED20-3BA7-C1983DBA69C9}"/>
              </a:ext>
            </a:extLst>
          </p:cNvPr>
          <p:cNvSpPr txBox="1"/>
          <p:nvPr/>
        </p:nvSpPr>
        <p:spPr>
          <a:xfrm>
            <a:off x="8400256" y="2509672"/>
            <a:ext cx="3216011" cy="369332"/>
          </a:xfrm>
          <a:prstGeom prst="rect">
            <a:avLst/>
          </a:prstGeom>
          <a:noFill/>
        </p:spPr>
        <p:txBody>
          <a:bodyPr wrap="square" rtlCol="0">
            <a:spAutoFit/>
          </a:bodyPr>
          <a:lstStyle/>
          <a:p>
            <a:r>
              <a:rPr lang="en-DE"/>
              <a:t>Vorlesung, Theorie</a:t>
            </a:r>
          </a:p>
        </p:txBody>
      </p:sp>
      <p:sp>
        <p:nvSpPr>
          <p:cNvPr id="7" name="TextBox 6">
            <a:extLst>
              <a:ext uri="{FF2B5EF4-FFF2-40B4-BE49-F238E27FC236}">
                <a16:creationId xmlns:a16="http://schemas.microsoft.com/office/drawing/2014/main" id="{11AA3EDF-E400-A88B-39C0-F59E1D73959B}"/>
              </a:ext>
            </a:extLst>
          </p:cNvPr>
          <p:cNvSpPr txBox="1"/>
          <p:nvPr/>
        </p:nvSpPr>
        <p:spPr>
          <a:xfrm>
            <a:off x="8400256" y="3310906"/>
            <a:ext cx="3216011" cy="1200329"/>
          </a:xfrm>
          <a:prstGeom prst="rect">
            <a:avLst/>
          </a:prstGeom>
          <a:noFill/>
        </p:spPr>
        <p:txBody>
          <a:bodyPr wrap="square" rtlCol="0">
            <a:spAutoFit/>
          </a:bodyPr>
          <a:lstStyle/>
          <a:p>
            <a:r>
              <a:rPr lang="en-DE"/>
              <a:t>Übungen, konkrete Fälle, Designentscheidungen im Konstruktionsentwurf, Bewertung von Architekturen</a:t>
            </a:r>
          </a:p>
        </p:txBody>
      </p:sp>
      <p:sp>
        <p:nvSpPr>
          <p:cNvPr id="8" name="TextBox 7">
            <a:extLst>
              <a:ext uri="{FF2B5EF4-FFF2-40B4-BE49-F238E27FC236}">
                <a16:creationId xmlns:a16="http://schemas.microsoft.com/office/drawing/2014/main" id="{BB478DE3-972A-76D0-1DA9-66F1A6906D55}"/>
              </a:ext>
            </a:extLst>
          </p:cNvPr>
          <p:cNvSpPr txBox="1"/>
          <p:nvPr/>
        </p:nvSpPr>
        <p:spPr>
          <a:xfrm>
            <a:off x="8400256" y="4855982"/>
            <a:ext cx="3216011" cy="646331"/>
          </a:xfrm>
          <a:prstGeom prst="rect">
            <a:avLst/>
          </a:prstGeom>
          <a:noFill/>
        </p:spPr>
        <p:txBody>
          <a:bodyPr wrap="square" rtlCol="0">
            <a:spAutoFit/>
          </a:bodyPr>
          <a:lstStyle/>
          <a:p>
            <a:r>
              <a:rPr lang="en-DE"/>
              <a:t>Präsentationen, aktuelle Paper</a:t>
            </a:r>
          </a:p>
        </p:txBody>
      </p:sp>
      <p:sp>
        <p:nvSpPr>
          <p:cNvPr id="9" name="TextBox 8">
            <a:extLst>
              <a:ext uri="{FF2B5EF4-FFF2-40B4-BE49-F238E27FC236}">
                <a16:creationId xmlns:a16="http://schemas.microsoft.com/office/drawing/2014/main" id="{271C0D3C-456C-7F94-CE81-5B24D0B807AB}"/>
              </a:ext>
            </a:extLst>
          </p:cNvPr>
          <p:cNvSpPr txBox="1"/>
          <p:nvPr/>
        </p:nvSpPr>
        <p:spPr>
          <a:xfrm>
            <a:off x="8400256" y="5582354"/>
            <a:ext cx="3216011" cy="923330"/>
          </a:xfrm>
          <a:prstGeom prst="rect">
            <a:avLst/>
          </a:prstGeom>
          <a:noFill/>
        </p:spPr>
        <p:txBody>
          <a:bodyPr wrap="square" rtlCol="0">
            <a:spAutoFit/>
          </a:bodyPr>
          <a:lstStyle/>
          <a:p>
            <a:r>
              <a:rPr lang="en-DE"/>
              <a:t>Übungen, Konstruktionsentwurf, Bewertung von Architekturen</a:t>
            </a:r>
          </a:p>
        </p:txBody>
      </p:sp>
      <p:sp>
        <p:nvSpPr>
          <p:cNvPr id="10" name="Right Arrow 9">
            <a:extLst>
              <a:ext uri="{FF2B5EF4-FFF2-40B4-BE49-F238E27FC236}">
                <a16:creationId xmlns:a16="http://schemas.microsoft.com/office/drawing/2014/main" id="{4D4333F6-8853-518A-72DB-A1B3DCAA6C01}"/>
              </a:ext>
            </a:extLst>
          </p:cNvPr>
          <p:cNvSpPr/>
          <p:nvPr/>
        </p:nvSpPr>
        <p:spPr>
          <a:xfrm>
            <a:off x="7992009" y="1804981"/>
            <a:ext cx="384439" cy="306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ight Arrow 10">
            <a:extLst>
              <a:ext uri="{FF2B5EF4-FFF2-40B4-BE49-F238E27FC236}">
                <a16:creationId xmlns:a16="http://schemas.microsoft.com/office/drawing/2014/main" id="{E008C892-2407-C5A2-85E5-2EDAA9D88BD5}"/>
              </a:ext>
            </a:extLst>
          </p:cNvPr>
          <p:cNvSpPr/>
          <p:nvPr/>
        </p:nvSpPr>
        <p:spPr>
          <a:xfrm>
            <a:off x="7992009" y="2509672"/>
            <a:ext cx="384439" cy="306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Right Arrow 11">
            <a:extLst>
              <a:ext uri="{FF2B5EF4-FFF2-40B4-BE49-F238E27FC236}">
                <a16:creationId xmlns:a16="http://schemas.microsoft.com/office/drawing/2014/main" id="{F1B505C6-E954-DF6D-E580-1464A49F732C}"/>
              </a:ext>
            </a:extLst>
          </p:cNvPr>
          <p:cNvSpPr/>
          <p:nvPr/>
        </p:nvSpPr>
        <p:spPr>
          <a:xfrm>
            <a:off x="7992009" y="3757682"/>
            <a:ext cx="384439" cy="306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3" name="Right Arrow 12">
            <a:extLst>
              <a:ext uri="{FF2B5EF4-FFF2-40B4-BE49-F238E27FC236}">
                <a16:creationId xmlns:a16="http://schemas.microsoft.com/office/drawing/2014/main" id="{BFC4163C-81FB-DA22-7F9F-33DFC7A039E9}"/>
              </a:ext>
            </a:extLst>
          </p:cNvPr>
          <p:cNvSpPr/>
          <p:nvPr/>
        </p:nvSpPr>
        <p:spPr>
          <a:xfrm>
            <a:off x="7992009" y="4874696"/>
            <a:ext cx="384439" cy="306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4" name="Right Arrow 13">
            <a:extLst>
              <a:ext uri="{FF2B5EF4-FFF2-40B4-BE49-F238E27FC236}">
                <a16:creationId xmlns:a16="http://schemas.microsoft.com/office/drawing/2014/main" id="{FB94B66E-4B20-D0BA-B97D-96128203AEA7}"/>
              </a:ext>
            </a:extLst>
          </p:cNvPr>
          <p:cNvSpPr/>
          <p:nvPr/>
        </p:nvSpPr>
        <p:spPr>
          <a:xfrm>
            <a:off x="7992009" y="5890631"/>
            <a:ext cx="384439" cy="3067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426430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8" grpId="0"/>
      <p:bldP spid="9" grpId="0"/>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6DE01-D0CD-943E-986F-8C7014F12624}"/>
              </a:ext>
            </a:extLst>
          </p:cNvPr>
          <p:cNvSpPr>
            <a:spLocks noGrp="1"/>
          </p:cNvSpPr>
          <p:nvPr>
            <p:ph type="title"/>
          </p:nvPr>
        </p:nvSpPr>
        <p:spPr/>
        <p:txBody>
          <a:bodyPr/>
          <a:lstStyle/>
          <a:p>
            <a:r>
              <a:rPr lang="en-US" dirty="0" err="1"/>
              <a:t>Inhalte</a:t>
            </a:r>
            <a:endParaRPr lang="en-US" dirty="0"/>
          </a:p>
        </p:txBody>
      </p:sp>
      <p:sp>
        <p:nvSpPr>
          <p:cNvPr id="3" name="Content Placeholder 2">
            <a:extLst>
              <a:ext uri="{FF2B5EF4-FFF2-40B4-BE49-F238E27FC236}">
                <a16:creationId xmlns:a16="http://schemas.microsoft.com/office/drawing/2014/main" id="{8265047F-4DFE-9926-4D70-9AD64A6ED7F4}"/>
              </a:ext>
            </a:extLst>
          </p:cNvPr>
          <p:cNvSpPr>
            <a:spLocks noGrp="1"/>
          </p:cNvSpPr>
          <p:nvPr>
            <p:ph idx="1"/>
          </p:nvPr>
        </p:nvSpPr>
        <p:spPr>
          <a:xfrm>
            <a:off x="1056217" y="990730"/>
            <a:ext cx="9438118" cy="3960812"/>
          </a:xfrm>
        </p:spPr>
        <p:txBody>
          <a:bodyPr/>
          <a:lstStyle/>
          <a:p>
            <a:pPr marL="457200" indent="-457200">
              <a:buFont typeface="+mj-lt"/>
              <a:buAutoNum type="arabicPeriod"/>
            </a:pPr>
            <a:r>
              <a:rPr lang="en-US" dirty="0"/>
              <a:t>Intro (</a:t>
            </a:r>
            <a:r>
              <a:rPr lang="en-US" dirty="0" err="1"/>
              <a:t>heute</a:t>
            </a:r>
            <a:r>
              <a:rPr lang="en-US" dirty="0"/>
              <a:t>): </a:t>
            </a:r>
            <a:r>
              <a:rPr lang="en-US" dirty="0" err="1"/>
              <a:t>Überblick</a:t>
            </a:r>
            <a:r>
              <a:rPr lang="en-US" dirty="0"/>
              <a:t>, Trends, </a:t>
            </a:r>
            <a:r>
              <a:rPr lang="en-US" dirty="0" err="1"/>
              <a:t>Historischer</a:t>
            </a:r>
            <a:r>
              <a:rPr lang="en-US" dirty="0"/>
              <a:t> </a:t>
            </a:r>
            <a:r>
              <a:rPr lang="en-US" dirty="0" err="1"/>
              <a:t>Abriss</a:t>
            </a:r>
            <a:r>
              <a:rPr lang="en-US" dirty="0"/>
              <a:t>, Karte der Informatik</a:t>
            </a:r>
          </a:p>
          <a:p>
            <a:pPr marL="457200" indent="-457200">
              <a:buFont typeface="+mj-lt"/>
              <a:buAutoNum type="arabicPeriod"/>
            </a:pPr>
            <a:r>
              <a:rPr lang="en-US" dirty="0" err="1"/>
              <a:t>Einführung</a:t>
            </a:r>
            <a:r>
              <a:rPr lang="en-US" dirty="0"/>
              <a:t> in </a:t>
            </a:r>
            <a:r>
              <a:rPr lang="en-US" dirty="0" err="1"/>
              <a:t>Programmierung</a:t>
            </a:r>
            <a:r>
              <a:rPr lang="en-US" dirty="0"/>
              <a:t>, </a:t>
            </a:r>
            <a:r>
              <a:rPr lang="en-US" dirty="0" err="1"/>
              <a:t>Datenstrukturen</a:t>
            </a:r>
            <a:r>
              <a:rPr lang="en-US" dirty="0"/>
              <a:t> und </a:t>
            </a:r>
            <a:r>
              <a:rPr lang="en-US" dirty="0" err="1"/>
              <a:t>grundlegende</a:t>
            </a:r>
            <a:r>
              <a:rPr lang="en-US" dirty="0"/>
              <a:t> </a:t>
            </a:r>
            <a:r>
              <a:rPr lang="en-US" dirty="0" err="1"/>
              <a:t>Algorithmen</a:t>
            </a:r>
            <a:endParaRPr lang="en-US" dirty="0"/>
          </a:p>
          <a:p>
            <a:pPr marL="457200" indent="-457200">
              <a:buFont typeface="+mj-lt"/>
              <a:buAutoNum type="arabicPeriod"/>
            </a:pPr>
            <a:r>
              <a:rPr lang="en-US" dirty="0"/>
              <a:t>Software und Systems Engineering </a:t>
            </a:r>
            <a:r>
              <a:rPr lang="en-US" dirty="0" err="1"/>
              <a:t>im</a:t>
            </a:r>
            <a:r>
              <a:rPr lang="en-US" dirty="0"/>
              <a:t> </a:t>
            </a:r>
            <a:r>
              <a:rPr lang="en-US" dirty="0" err="1"/>
              <a:t>Überblick</a:t>
            </a:r>
            <a:endParaRPr lang="en-US" dirty="0"/>
          </a:p>
          <a:p>
            <a:pPr marL="457200" indent="-457200">
              <a:buFont typeface="+mj-lt"/>
              <a:buAutoNum type="arabicPeriod"/>
            </a:pPr>
            <a:r>
              <a:rPr lang="en-US" dirty="0"/>
              <a:t>Data Science &amp; </a:t>
            </a:r>
            <a:r>
              <a:rPr lang="en-US" dirty="0" err="1"/>
              <a:t>Datenbanken</a:t>
            </a:r>
            <a:endParaRPr lang="en-US" dirty="0"/>
          </a:p>
          <a:p>
            <a:pPr marL="457200" indent="-457200">
              <a:buFont typeface="+mj-lt"/>
              <a:buAutoNum type="arabicPeriod"/>
            </a:pPr>
            <a:r>
              <a:rPr lang="en-US" dirty="0"/>
              <a:t>Cloud Computing &amp; </a:t>
            </a:r>
            <a:r>
              <a:rPr lang="en-US" dirty="0" err="1"/>
              <a:t>Verteilte</a:t>
            </a:r>
            <a:r>
              <a:rPr lang="en-US" dirty="0"/>
              <a:t> Systeme</a:t>
            </a:r>
          </a:p>
          <a:p>
            <a:pPr marL="457200" indent="-457200">
              <a:buFont typeface="+mj-lt"/>
              <a:buAutoNum type="arabicPeriod"/>
            </a:pPr>
            <a:r>
              <a:rPr lang="en-US" dirty="0"/>
              <a:t>AI &amp; Machine Learning</a:t>
            </a:r>
          </a:p>
          <a:p>
            <a:pPr marL="457200" indent="-457200">
              <a:buFont typeface="+mj-lt"/>
              <a:buAutoNum type="arabicPeriod"/>
            </a:pPr>
            <a:r>
              <a:rPr lang="en-US" dirty="0"/>
              <a:t>AI Literacy</a:t>
            </a:r>
          </a:p>
          <a:p>
            <a:pPr marL="457200" indent="-457200">
              <a:buFont typeface="+mj-lt"/>
              <a:buAutoNum type="arabicPeriod"/>
            </a:pPr>
            <a:r>
              <a:rPr lang="en-US" dirty="0"/>
              <a:t>Security</a:t>
            </a:r>
          </a:p>
          <a:p>
            <a:pPr marL="457200" indent="-457200">
              <a:buFont typeface="+mj-lt"/>
              <a:buAutoNum type="arabicPeriod"/>
            </a:pPr>
            <a:r>
              <a:rPr lang="en-US" dirty="0"/>
              <a:t>Embedded Systems </a:t>
            </a:r>
            <a:r>
              <a:rPr lang="en-US" dirty="0" err="1"/>
              <a:t>Engineeering</a:t>
            </a:r>
            <a:endParaRPr lang="en-US" dirty="0"/>
          </a:p>
          <a:p>
            <a:pPr marL="457200" indent="-457200">
              <a:buFont typeface="+mj-lt"/>
              <a:buAutoNum type="arabicPeriod"/>
            </a:pPr>
            <a:r>
              <a:rPr lang="en-US" dirty="0"/>
              <a:t>Quantum Computing</a:t>
            </a:r>
          </a:p>
          <a:p>
            <a:pPr marL="457200" indent="-457200">
              <a:buFont typeface="+mj-lt"/>
              <a:buAutoNum type="arabicPeriod"/>
            </a:pPr>
            <a:r>
              <a:rPr lang="en-US" dirty="0" err="1"/>
              <a:t>ergänzende</a:t>
            </a:r>
            <a:r>
              <a:rPr lang="en-US" dirty="0"/>
              <a:t> </a:t>
            </a:r>
            <a:r>
              <a:rPr lang="en-US" dirty="0" err="1"/>
              <a:t>Inhalte</a:t>
            </a:r>
            <a:r>
              <a:rPr lang="en-US" dirty="0"/>
              <a:t> </a:t>
            </a:r>
            <a:r>
              <a:rPr lang="en-US" dirty="0" err="1"/>
              <a:t>wie</a:t>
            </a:r>
            <a:r>
              <a:rPr lang="en-US" dirty="0"/>
              <a:t> Block Chain (</a:t>
            </a:r>
            <a:r>
              <a:rPr lang="en-US" dirty="0" err="1"/>
              <a:t>oder</a:t>
            </a:r>
            <a:r>
              <a:rPr lang="en-US" dirty="0"/>
              <a:t> was </a:t>
            </a:r>
            <a:r>
              <a:rPr lang="en-US" dirty="0" err="1"/>
              <a:t>ihr</a:t>
            </a:r>
            <a:r>
              <a:rPr lang="en-US" dirty="0"/>
              <a:t> </a:t>
            </a:r>
            <a:r>
              <a:rPr lang="en-US" dirty="0" err="1"/>
              <a:t>wählt</a:t>
            </a:r>
            <a:r>
              <a:rPr lang="en-US" dirty="0"/>
              <a:t>)</a:t>
            </a:r>
          </a:p>
          <a:p>
            <a:pPr marL="457200" indent="-457200">
              <a:buFont typeface="+mj-lt"/>
              <a:buAutoNum type="arabicPeriod"/>
            </a:pPr>
            <a:r>
              <a:rPr lang="en-US" dirty="0" err="1"/>
              <a:t>Forschungsnahe</a:t>
            </a:r>
            <a:r>
              <a:rPr lang="en-US" dirty="0"/>
              <a:t> </a:t>
            </a:r>
            <a:r>
              <a:rPr lang="en-US" dirty="0" err="1"/>
              <a:t>Aspekte</a:t>
            </a:r>
            <a:endParaRPr lang="en-US" dirty="0"/>
          </a:p>
          <a:p>
            <a:pPr marL="457200" indent="-457200">
              <a:buFont typeface="+mj-lt"/>
              <a:buAutoNum type="arabicPeriod"/>
            </a:pPr>
            <a:endParaRPr lang="en-US" dirty="0"/>
          </a:p>
        </p:txBody>
      </p:sp>
      <p:sp>
        <p:nvSpPr>
          <p:cNvPr id="4" name="Slide Number Placeholder 3">
            <a:extLst>
              <a:ext uri="{FF2B5EF4-FFF2-40B4-BE49-F238E27FC236}">
                <a16:creationId xmlns:a16="http://schemas.microsoft.com/office/drawing/2014/main" id="{1222892E-C3E3-E7C6-FA87-6B4DB28C158C}"/>
              </a:ext>
            </a:extLst>
          </p:cNvPr>
          <p:cNvSpPr>
            <a:spLocks noGrp="1"/>
          </p:cNvSpPr>
          <p:nvPr>
            <p:ph type="sldNum" sz="quarter" idx="12"/>
          </p:nvPr>
        </p:nvSpPr>
        <p:spPr/>
        <p:txBody>
          <a:bodyPr/>
          <a:lstStyle/>
          <a:p>
            <a:pPr>
              <a:defRPr/>
            </a:pPr>
            <a:fld id="{B412CF81-FBD2-4988-8D72-9A03E2875460}" type="slidenum">
              <a:rPr lang="de-DE" smtClean="0"/>
              <a:pPr>
                <a:defRPr/>
              </a:pPr>
              <a:t>11</a:t>
            </a:fld>
            <a:endParaRPr lang="de-DE"/>
          </a:p>
        </p:txBody>
      </p:sp>
      <p:sp>
        <p:nvSpPr>
          <p:cNvPr id="5" name="Rounded Rectangle 4">
            <a:extLst>
              <a:ext uri="{FF2B5EF4-FFF2-40B4-BE49-F238E27FC236}">
                <a16:creationId xmlns:a16="http://schemas.microsoft.com/office/drawing/2014/main" id="{942098FE-62AF-A4F3-8F43-887F87D09458}"/>
              </a:ext>
            </a:extLst>
          </p:cNvPr>
          <p:cNvSpPr/>
          <p:nvPr/>
        </p:nvSpPr>
        <p:spPr>
          <a:xfrm rot="21193912">
            <a:off x="7200319" y="3556644"/>
            <a:ext cx="3677264" cy="951936"/>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Idee: </a:t>
            </a:r>
            <a:r>
              <a:rPr lang="en-US" dirty="0" err="1"/>
              <a:t>Informatikeinführung</a:t>
            </a:r>
            <a:r>
              <a:rPr lang="en-US" dirty="0"/>
              <a:t> light und </a:t>
            </a:r>
            <a:r>
              <a:rPr lang="en-US" dirty="0" err="1"/>
              <a:t>Überblick</a:t>
            </a:r>
            <a:endParaRPr lang="en-US" dirty="0"/>
          </a:p>
        </p:txBody>
      </p:sp>
    </p:spTree>
    <p:extLst>
      <p:ext uri="{BB962C8B-B14F-4D97-AF65-F5344CB8AC3E}">
        <p14:creationId xmlns:p14="http://schemas.microsoft.com/office/powerpoint/2010/main" val="42704376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7E6F1-0125-ED77-ED28-84D868B3E9EE}"/>
              </a:ext>
            </a:extLst>
          </p:cNvPr>
          <p:cNvSpPr>
            <a:spLocks noGrp="1"/>
          </p:cNvSpPr>
          <p:nvPr>
            <p:ph type="title"/>
          </p:nvPr>
        </p:nvSpPr>
        <p:spPr/>
        <p:txBody>
          <a:bodyPr/>
          <a:lstStyle/>
          <a:p>
            <a:r>
              <a:rPr lang="en-DE"/>
              <a:t>1. Einführung digitale Technologien und Innovationen</a:t>
            </a:r>
            <a:r>
              <a:rPr lang="de-DE" dirty="0"/>
              <a:t>, Trends</a:t>
            </a:r>
            <a:endParaRPr lang="en-DE"/>
          </a:p>
        </p:txBody>
      </p:sp>
      <p:sp>
        <p:nvSpPr>
          <p:cNvPr id="4" name="Slide Number Placeholder 3">
            <a:extLst>
              <a:ext uri="{FF2B5EF4-FFF2-40B4-BE49-F238E27FC236}">
                <a16:creationId xmlns:a16="http://schemas.microsoft.com/office/drawing/2014/main" id="{6BE58746-4901-84AC-B2D9-53E4BB63122D}"/>
              </a:ext>
            </a:extLst>
          </p:cNvPr>
          <p:cNvSpPr>
            <a:spLocks noGrp="1"/>
          </p:cNvSpPr>
          <p:nvPr>
            <p:ph type="sldNum" sz="quarter" idx="12"/>
          </p:nvPr>
        </p:nvSpPr>
        <p:spPr/>
        <p:txBody>
          <a:bodyPr/>
          <a:lstStyle/>
          <a:p>
            <a:pPr>
              <a:defRPr/>
            </a:pPr>
            <a:fld id="{B412CF81-FBD2-4988-8D72-9A03E2875460}" type="slidenum">
              <a:rPr lang="de-DE" smtClean="0"/>
              <a:pPr>
                <a:defRPr/>
              </a:pPr>
              <a:t>12</a:t>
            </a:fld>
            <a:endParaRPr lang="de-DE"/>
          </a:p>
        </p:txBody>
      </p:sp>
      <p:grpSp>
        <p:nvGrpSpPr>
          <p:cNvPr id="52" name="Group 51">
            <a:extLst>
              <a:ext uri="{FF2B5EF4-FFF2-40B4-BE49-F238E27FC236}">
                <a16:creationId xmlns:a16="http://schemas.microsoft.com/office/drawing/2014/main" id="{68D376F6-2AE9-62F5-C97B-28619E7595C3}"/>
              </a:ext>
            </a:extLst>
          </p:cNvPr>
          <p:cNvGrpSpPr/>
          <p:nvPr/>
        </p:nvGrpSpPr>
        <p:grpSpPr>
          <a:xfrm>
            <a:off x="6361611" y="3710645"/>
            <a:ext cx="3527876" cy="3095716"/>
            <a:chOff x="6361611" y="3710645"/>
            <a:chExt cx="3527876" cy="3095716"/>
          </a:xfrm>
        </p:grpSpPr>
        <p:pic>
          <p:nvPicPr>
            <p:cNvPr id="47" name="Picture 46">
              <a:extLst>
                <a:ext uri="{FF2B5EF4-FFF2-40B4-BE49-F238E27FC236}">
                  <a16:creationId xmlns:a16="http://schemas.microsoft.com/office/drawing/2014/main" id="{43C0ABA7-8A6B-2B24-05E8-38F4F3A150B0}"/>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61611" y="4296082"/>
              <a:ext cx="3501298" cy="2510279"/>
            </a:xfrm>
            <a:prstGeom prst="rect">
              <a:avLst/>
            </a:prstGeom>
          </p:spPr>
        </p:pic>
        <p:sp>
          <p:nvSpPr>
            <p:cNvPr id="48" name="TextBox 47">
              <a:extLst>
                <a:ext uri="{FF2B5EF4-FFF2-40B4-BE49-F238E27FC236}">
                  <a16:creationId xmlns:a16="http://schemas.microsoft.com/office/drawing/2014/main" id="{D3D8E70E-8118-C5FF-F96B-368D900E9D39}"/>
                </a:ext>
              </a:extLst>
            </p:cNvPr>
            <p:cNvSpPr txBox="1"/>
            <p:nvPr/>
          </p:nvSpPr>
          <p:spPr>
            <a:xfrm>
              <a:off x="7010820" y="3710645"/>
              <a:ext cx="2878667" cy="646331"/>
            </a:xfrm>
            <a:prstGeom prst="rect">
              <a:avLst/>
            </a:prstGeom>
            <a:noFill/>
          </p:spPr>
          <p:txBody>
            <a:bodyPr wrap="square" rtlCol="0">
              <a:spAutoFit/>
            </a:bodyPr>
            <a:lstStyle/>
            <a:p>
              <a:r>
                <a:rPr lang="en-DE" dirty="0"/>
                <a:t>Entwicklung </a:t>
              </a:r>
              <a:r>
                <a:rPr lang="en-DE"/>
                <a:t>in Systemen</a:t>
              </a:r>
              <a:r>
                <a:rPr lang="de-DE" dirty="0"/>
                <a:t>, Trends</a:t>
              </a:r>
              <a:endParaRPr lang="en-DE" dirty="0"/>
            </a:p>
          </p:txBody>
        </p:sp>
      </p:grpSp>
      <p:grpSp>
        <p:nvGrpSpPr>
          <p:cNvPr id="51" name="Group 50">
            <a:extLst>
              <a:ext uri="{FF2B5EF4-FFF2-40B4-BE49-F238E27FC236}">
                <a16:creationId xmlns:a16="http://schemas.microsoft.com/office/drawing/2014/main" id="{27A0F681-2714-1842-2624-A3DAAE12C149}"/>
              </a:ext>
            </a:extLst>
          </p:cNvPr>
          <p:cNvGrpSpPr/>
          <p:nvPr/>
        </p:nvGrpSpPr>
        <p:grpSpPr>
          <a:xfrm>
            <a:off x="1307105" y="3719498"/>
            <a:ext cx="4265102" cy="2724361"/>
            <a:chOff x="1307105" y="3719498"/>
            <a:chExt cx="4265102" cy="2724361"/>
          </a:xfrm>
        </p:grpSpPr>
        <p:pic>
          <p:nvPicPr>
            <p:cNvPr id="49" name="Picture 48">
              <a:extLst>
                <a:ext uri="{FF2B5EF4-FFF2-40B4-BE49-F238E27FC236}">
                  <a16:creationId xmlns:a16="http://schemas.microsoft.com/office/drawing/2014/main" id="{9F9F68E6-D9C4-71B8-23A0-524BAB8601D0}"/>
                </a:ext>
              </a:extLst>
            </p:cNvPr>
            <p:cNvPicPr>
              <a:picLocks noChangeAspect="1"/>
            </p:cNvPicPr>
            <p:nvPr/>
          </p:nvPicPr>
          <p:blipFill>
            <a:blip r:embed="rId3"/>
            <a:stretch>
              <a:fillRect/>
            </a:stretch>
          </p:blipFill>
          <p:spPr>
            <a:xfrm>
              <a:off x="1617410" y="4073981"/>
              <a:ext cx="3954797" cy="2369878"/>
            </a:xfrm>
            <a:prstGeom prst="rect">
              <a:avLst/>
            </a:prstGeom>
          </p:spPr>
        </p:pic>
        <p:sp>
          <p:nvSpPr>
            <p:cNvPr id="50" name="TextBox 49">
              <a:extLst>
                <a:ext uri="{FF2B5EF4-FFF2-40B4-BE49-F238E27FC236}">
                  <a16:creationId xmlns:a16="http://schemas.microsoft.com/office/drawing/2014/main" id="{AC91544B-4F61-4825-C075-14DCD983ADCF}"/>
                </a:ext>
              </a:extLst>
            </p:cNvPr>
            <p:cNvSpPr txBox="1"/>
            <p:nvPr/>
          </p:nvSpPr>
          <p:spPr>
            <a:xfrm>
              <a:off x="1307105" y="3719498"/>
              <a:ext cx="4211149" cy="369332"/>
            </a:xfrm>
            <a:prstGeom prst="rect">
              <a:avLst/>
            </a:prstGeom>
            <a:noFill/>
          </p:spPr>
          <p:txBody>
            <a:bodyPr wrap="square" rtlCol="0">
              <a:spAutoFit/>
            </a:bodyPr>
            <a:lstStyle/>
            <a:p>
              <a:r>
                <a:rPr lang="en-DE" dirty="0"/>
                <a:t>Grundlegende Konzepte des Rechners</a:t>
              </a:r>
            </a:p>
          </p:txBody>
        </p:sp>
      </p:grpSp>
      <p:grpSp>
        <p:nvGrpSpPr>
          <p:cNvPr id="55" name="Group 54">
            <a:extLst>
              <a:ext uri="{FF2B5EF4-FFF2-40B4-BE49-F238E27FC236}">
                <a16:creationId xmlns:a16="http://schemas.microsoft.com/office/drawing/2014/main" id="{558D1167-6167-7578-50F9-9BE130828BED}"/>
              </a:ext>
            </a:extLst>
          </p:cNvPr>
          <p:cNvGrpSpPr/>
          <p:nvPr/>
        </p:nvGrpSpPr>
        <p:grpSpPr>
          <a:xfrm>
            <a:off x="5337100" y="1342984"/>
            <a:ext cx="2955309" cy="2268462"/>
            <a:chOff x="7906564" y="1360238"/>
            <a:chExt cx="2955309" cy="2268462"/>
          </a:xfrm>
        </p:grpSpPr>
        <p:pic>
          <p:nvPicPr>
            <p:cNvPr id="53" name="Picture 52">
              <a:extLst>
                <a:ext uri="{FF2B5EF4-FFF2-40B4-BE49-F238E27FC236}">
                  <a16:creationId xmlns:a16="http://schemas.microsoft.com/office/drawing/2014/main" id="{3F1D1C35-3A65-7F6E-959E-9BA0D681D1B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06564" y="1736342"/>
              <a:ext cx="2500617" cy="1892358"/>
            </a:xfrm>
            <a:prstGeom prst="rect">
              <a:avLst/>
            </a:prstGeom>
          </p:spPr>
        </p:pic>
        <p:sp>
          <p:nvSpPr>
            <p:cNvPr id="54" name="TextBox 53">
              <a:extLst>
                <a:ext uri="{FF2B5EF4-FFF2-40B4-BE49-F238E27FC236}">
                  <a16:creationId xmlns:a16="http://schemas.microsoft.com/office/drawing/2014/main" id="{25D4DAFC-B95F-C335-E523-F7F8EBE8D226}"/>
                </a:ext>
              </a:extLst>
            </p:cNvPr>
            <p:cNvSpPr txBox="1"/>
            <p:nvPr/>
          </p:nvSpPr>
          <p:spPr>
            <a:xfrm>
              <a:off x="7983206" y="1360238"/>
              <a:ext cx="2878667" cy="369332"/>
            </a:xfrm>
            <a:prstGeom prst="rect">
              <a:avLst/>
            </a:prstGeom>
            <a:noFill/>
          </p:spPr>
          <p:txBody>
            <a:bodyPr wrap="square" rtlCol="0">
              <a:spAutoFit/>
            </a:bodyPr>
            <a:lstStyle/>
            <a:p>
              <a:r>
                <a:rPr lang="en-DE" dirty="0"/>
                <a:t>Kurze Geschichte</a:t>
              </a:r>
            </a:p>
          </p:txBody>
        </p:sp>
      </p:grpSp>
    </p:spTree>
    <p:extLst>
      <p:ext uri="{BB962C8B-B14F-4D97-AF65-F5344CB8AC3E}">
        <p14:creationId xmlns:p14="http://schemas.microsoft.com/office/powerpoint/2010/main" val="3353014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3AC7B-2B96-B081-549B-EFA1628CD483}"/>
              </a:ext>
            </a:extLst>
          </p:cNvPr>
          <p:cNvSpPr>
            <a:spLocks noGrp="1"/>
          </p:cNvSpPr>
          <p:nvPr>
            <p:ph type="title"/>
          </p:nvPr>
        </p:nvSpPr>
        <p:spPr/>
        <p:txBody>
          <a:bodyPr/>
          <a:lstStyle/>
          <a:p>
            <a:r>
              <a:rPr lang="de-DE" dirty="0"/>
              <a:t>System Engineering, Programmierung, Datenstrukturen, Verteilte Systeme</a:t>
            </a:r>
            <a:endParaRPr lang="en-DE"/>
          </a:p>
        </p:txBody>
      </p:sp>
      <p:sp>
        <p:nvSpPr>
          <p:cNvPr id="4" name="Slide Number Placeholder 3">
            <a:extLst>
              <a:ext uri="{FF2B5EF4-FFF2-40B4-BE49-F238E27FC236}">
                <a16:creationId xmlns:a16="http://schemas.microsoft.com/office/drawing/2014/main" id="{71ED1883-752F-940E-2EC1-2AD8EB3168E5}"/>
              </a:ext>
            </a:extLst>
          </p:cNvPr>
          <p:cNvSpPr>
            <a:spLocks noGrp="1"/>
          </p:cNvSpPr>
          <p:nvPr>
            <p:ph type="sldNum" sz="quarter" idx="12"/>
          </p:nvPr>
        </p:nvSpPr>
        <p:spPr/>
        <p:txBody>
          <a:bodyPr/>
          <a:lstStyle/>
          <a:p>
            <a:pPr>
              <a:defRPr/>
            </a:pPr>
            <a:fld id="{B412CF81-FBD2-4988-8D72-9A03E2875460}" type="slidenum">
              <a:rPr lang="de-DE" smtClean="0"/>
              <a:pPr>
                <a:defRPr/>
              </a:pPr>
              <a:t>13</a:t>
            </a:fld>
            <a:endParaRPr lang="de-DE"/>
          </a:p>
        </p:txBody>
      </p:sp>
      <p:grpSp>
        <p:nvGrpSpPr>
          <p:cNvPr id="49" name="Group 48">
            <a:extLst>
              <a:ext uri="{FF2B5EF4-FFF2-40B4-BE49-F238E27FC236}">
                <a16:creationId xmlns:a16="http://schemas.microsoft.com/office/drawing/2014/main" id="{434FBC1C-D9E0-6C23-B780-E64F8205CB30}"/>
              </a:ext>
            </a:extLst>
          </p:cNvPr>
          <p:cNvGrpSpPr/>
          <p:nvPr/>
        </p:nvGrpSpPr>
        <p:grpSpPr>
          <a:xfrm>
            <a:off x="7570141" y="4212312"/>
            <a:ext cx="4477088" cy="1444754"/>
            <a:chOff x="575733" y="3500978"/>
            <a:chExt cx="4477088" cy="1444754"/>
          </a:xfrm>
        </p:grpSpPr>
        <p:pic>
          <p:nvPicPr>
            <p:cNvPr id="28" name="Picture 27">
              <a:extLst>
                <a:ext uri="{FF2B5EF4-FFF2-40B4-BE49-F238E27FC236}">
                  <a16:creationId xmlns:a16="http://schemas.microsoft.com/office/drawing/2014/main" id="{CBC860A5-EB62-4DE7-EED4-0300F82F3061}"/>
                </a:ext>
              </a:extLst>
            </p:cNvPr>
            <p:cNvPicPr>
              <a:picLocks noChangeAspect="1"/>
            </p:cNvPicPr>
            <p:nvPr/>
          </p:nvPicPr>
          <p:blipFill>
            <a:blip r:embed="rId2"/>
            <a:stretch>
              <a:fillRect/>
            </a:stretch>
          </p:blipFill>
          <p:spPr>
            <a:xfrm>
              <a:off x="575733" y="3500978"/>
              <a:ext cx="2096846" cy="1007859"/>
            </a:xfrm>
            <a:prstGeom prst="rect">
              <a:avLst/>
            </a:prstGeom>
          </p:spPr>
        </p:pic>
        <p:sp>
          <p:nvSpPr>
            <p:cNvPr id="29" name="TextBox 28">
              <a:extLst>
                <a:ext uri="{FF2B5EF4-FFF2-40B4-BE49-F238E27FC236}">
                  <a16:creationId xmlns:a16="http://schemas.microsoft.com/office/drawing/2014/main" id="{7E7C0A4C-F291-A485-70FE-F5101A515097}"/>
                </a:ext>
              </a:extLst>
            </p:cNvPr>
            <p:cNvSpPr txBox="1"/>
            <p:nvPr/>
          </p:nvSpPr>
          <p:spPr>
            <a:xfrm>
              <a:off x="2144381" y="4684122"/>
              <a:ext cx="2714400" cy="261610"/>
            </a:xfrm>
            <a:prstGeom prst="rect">
              <a:avLst/>
            </a:prstGeom>
            <a:noFill/>
          </p:spPr>
          <p:txBody>
            <a:bodyPr wrap="square" rtlCol="0">
              <a:spAutoFit/>
            </a:bodyPr>
            <a:lstStyle/>
            <a:p>
              <a:r>
                <a:rPr lang="en-US" sz="1100"/>
                <a:t>Machine Learning und ML Ops</a:t>
              </a:r>
            </a:p>
          </p:txBody>
        </p:sp>
        <p:pic>
          <p:nvPicPr>
            <p:cNvPr id="31" name="Picture 30">
              <a:extLst>
                <a:ext uri="{FF2B5EF4-FFF2-40B4-BE49-F238E27FC236}">
                  <a16:creationId xmlns:a16="http://schemas.microsoft.com/office/drawing/2014/main" id="{E764C1BB-3C31-D4E8-3CB0-F47D3AA719ED}"/>
                </a:ext>
              </a:extLst>
            </p:cNvPr>
            <p:cNvPicPr>
              <a:picLocks noChangeAspect="1"/>
            </p:cNvPicPr>
            <p:nvPr/>
          </p:nvPicPr>
          <p:blipFill>
            <a:blip r:embed="rId3"/>
            <a:stretch>
              <a:fillRect/>
            </a:stretch>
          </p:blipFill>
          <p:spPr>
            <a:xfrm>
              <a:off x="3049580" y="3500978"/>
              <a:ext cx="2003241" cy="1062675"/>
            </a:xfrm>
            <a:prstGeom prst="rect">
              <a:avLst/>
            </a:prstGeom>
          </p:spPr>
        </p:pic>
      </p:grpSp>
      <p:grpSp>
        <p:nvGrpSpPr>
          <p:cNvPr id="67" name="Group 66">
            <a:extLst>
              <a:ext uri="{FF2B5EF4-FFF2-40B4-BE49-F238E27FC236}">
                <a16:creationId xmlns:a16="http://schemas.microsoft.com/office/drawing/2014/main" id="{6E7A914B-E0A1-3590-AE6B-88D57CEEFD6C}"/>
              </a:ext>
            </a:extLst>
          </p:cNvPr>
          <p:cNvGrpSpPr/>
          <p:nvPr/>
        </p:nvGrpSpPr>
        <p:grpSpPr>
          <a:xfrm>
            <a:off x="363772" y="3197951"/>
            <a:ext cx="4743487" cy="3293337"/>
            <a:chOff x="695618" y="2785508"/>
            <a:chExt cx="4743487" cy="3293337"/>
          </a:xfrm>
        </p:grpSpPr>
        <p:grpSp>
          <p:nvGrpSpPr>
            <p:cNvPr id="42" name="Group 41">
              <a:extLst>
                <a:ext uri="{FF2B5EF4-FFF2-40B4-BE49-F238E27FC236}">
                  <a16:creationId xmlns:a16="http://schemas.microsoft.com/office/drawing/2014/main" id="{46953458-7EB4-C145-FCF8-C80747461111}"/>
                </a:ext>
              </a:extLst>
            </p:cNvPr>
            <p:cNvGrpSpPr/>
            <p:nvPr/>
          </p:nvGrpSpPr>
          <p:grpSpPr>
            <a:xfrm>
              <a:off x="1992849" y="2785508"/>
              <a:ext cx="2955226" cy="1259965"/>
              <a:chOff x="709122" y="1418205"/>
              <a:chExt cx="3762078" cy="1560826"/>
            </a:xfrm>
          </p:grpSpPr>
          <p:pic>
            <p:nvPicPr>
              <p:cNvPr id="5" name="Picture 4">
                <a:extLst>
                  <a:ext uri="{FF2B5EF4-FFF2-40B4-BE49-F238E27FC236}">
                    <a16:creationId xmlns:a16="http://schemas.microsoft.com/office/drawing/2014/main" id="{A22DE78F-55E7-2D33-5CF1-CDC0A5E83640}"/>
                  </a:ext>
                </a:extLst>
              </p:cNvPr>
              <p:cNvPicPr>
                <a:picLocks noChangeAspect="1"/>
              </p:cNvPicPr>
              <p:nvPr/>
            </p:nvPicPr>
            <p:blipFill>
              <a:blip r:embed="rId4"/>
              <a:stretch>
                <a:fillRect/>
              </a:stretch>
            </p:blipFill>
            <p:spPr>
              <a:xfrm>
                <a:off x="709122" y="1624894"/>
                <a:ext cx="2670307" cy="1354137"/>
              </a:xfrm>
              <a:prstGeom prst="rect">
                <a:avLst/>
              </a:prstGeom>
            </p:spPr>
          </p:pic>
          <p:sp>
            <p:nvSpPr>
              <p:cNvPr id="10" name="TextBox 9">
                <a:extLst>
                  <a:ext uri="{FF2B5EF4-FFF2-40B4-BE49-F238E27FC236}">
                    <a16:creationId xmlns:a16="http://schemas.microsoft.com/office/drawing/2014/main" id="{D1E56905-CE02-59E7-4AB5-48BAD204E85B}"/>
                  </a:ext>
                </a:extLst>
              </p:cNvPr>
              <p:cNvSpPr txBox="1"/>
              <p:nvPr/>
            </p:nvSpPr>
            <p:spPr>
              <a:xfrm>
                <a:off x="1756800" y="1418205"/>
                <a:ext cx="2714400" cy="261610"/>
              </a:xfrm>
              <a:prstGeom prst="rect">
                <a:avLst/>
              </a:prstGeom>
              <a:noFill/>
            </p:spPr>
            <p:txBody>
              <a:bodyPr wrap="square" rtlCol="0">
                <a:spAutoFit/>
              </a:bodyPr>
              <a:lstStyle/>
              <a:p>
                <a:r>
                  <a:rPr lang="en-US" sz="1100" err="1"/>
                  <a:t>Nebenl</a:t>
                </a:r>
                <a:r>
                  <a:rPr lang="de-DE" sz="1100" err="1"/>
                  <a:t>äu</a:t>
                </a:r>
                <a:r>
                  <a:rPr lang="en-US" sz="1100" err="1"/>
                  <a:t>figkeit</a:t>
                </a:r>
                <a:endParaRPr lang="en-US" sz="1100"/>
              </a:p>
            </p:txBody>
          </p:sp>
        </p:grpSp>
        <p:grpSp>
          <p:nvGrpSpPr>
            <p:cNvPr id="57" name="Group 56">
              <a:extLst>
                <a:ext uri="{FF2B5EF4-FFF2-40B4-BE49-F238E27FC236}">
                  <a16:creationId xmlns:a16="http://schemas.microsoft.com/office/drawing/2014/main" id="{DA10C2B6-9F46-E00E-B20F-5326911A1B05}"/>
                </a:ext>
              </a:extLst>
            </p:cNvPr>
            <p:cNvGrpSpPr/>
            <p:nvPr/>
          </p:nvGrpSpPr>
          <p:grpSpPr>
            <a:xfrm>
              <a:off x="695618" y="4143446"/>
              <a:ext cx="4743487" cy="1935399"/>
              <a:chOff x="236200" y="4828169"/>
              <a:chExt cx="4743487" cy="1935399"/>
            </a:xfrm>
          </p:grpSpPr>
          <p:pic>
            <p:nvPicPr>
              <p:cNvPr id="24" name="Picture 23">
                <a:extLst>
                  <a:ext uri="{FF2B5EF4-FFF2-40B4-BE49-F238E27FC236}">
                    <a16:creationId xmlns:a16="http://schemas.microsoft.com/office/drawing/2014/main" id="{2C8B42BD-0C4E-1639-0130-12AD0B291A5C}"/>
                  </a:ext>
                </a:extLst>
              </p:cNvPr>
              <p:cNvPicPr>
                <a:picLocks noChangeAspect="1"/>
              </p:cNvPicPr>
              <p:nvPr/>
            </p:nvPicPr>
            <p:blipFill>
              <a:blip r:embed="rId5"/>
              <a:stretch>
                <a:fillRect/>
              </a:stretch>
            </p:blipFill>
            <p:spPr>
              <a:xfrm>
                <a:off x="3202221" y="5074150"/>
                <a:ext cx="1777466" cy="1689418"/>
              </a:xfrm>
              <a:prstGeom prst="rect">
                <a:avLst/>
              </a:prstGeom>
            </p:spPr>
          </p:pic>
          <p:pic>
            <p:nvPicPr>
              <p:cNvPr id="26" name="Picture 25">
                <a:extLst>
                  <a:ext uri="{FF2B5EF4-FFF2-40B4-BE49-F238E27FC236}">
                    <a16:creationId xmlns:a16="http://schemas.microsoft.com/office/drawing/2014/main" id="{232528E8-8940-3573-5D4E-45A2BE458D90}"/>
                  </a:ext>
                </a:extLst>
              </p:cNvPr>
              <p:cNvPicPr>
                <a:picLocks noChangeAspect="1"/>
              </p:cNvPicPr>
              <p:nvPr/>
            </p:nvPicPr>
            <p:blipFill>
              <a:blip r:embed="rId6"/>
              <a:stretch>
                <a:fillRect/>
              </a:stretch>
            </p:blipFill>
            <p:spPr>
              <a:xfrm>
                <a:off x="236200" y="5187752"/>
                <a:ext cx="2894066" cy="1354137"/>
              </a:xfrm>
              <a:prstGeom prst="rect">
                <a:avLst/>
              </a:prstGeom>
            </p:spPr>
          </p:pic>
          <p:sp>
            <p:nvSpPr>
              <p:cNvPr id="32" name="TextBox 31">
                <a:extLst>
                  <a:ext uri="{FF2B5EF4-FFF2-40B4-BE49-F238E27FC236}">
                    <a16:creationId xmlns:a16="http://schemas.microsoft.com/office/drawing/2014/main" id="{3115226C-D8BA-72D7-C21B-A8E36ABF4EA3}"/>
                  </a:ext>
                </a:extLst>
              </p:cNvPr>
              <p:cNvSpPr txBox="1"/>
              <p:nvPr/>
            </p:nvSpPr>
            <p:spPr>
              <a:xfrm>
                <a:off x="1376554" y="4828169"/>
                <a:ext cx="2714400" cy="261610"/>
              </a:xfrm>
              <a:prstGeom prst="rect">
                <a:avLst/>
              </a:prstGeom>
              <a:noFill/>
            </p:spPr>
            <p:txBody>
              <a:bodyPr wrap="square" rtlCol="0">
                <a:spAutoFit/>
              </a:bodyPr>
              <a:lstStyle/>
              <a:p>
                <a:r>
                  <a:rPr lang="en-US" sz="1100"/>
                  <a:t>Distributed Computing and Storage</a:t>
                </a:r>
              </a:p>
            </p:txBody>
          </p:sp>
        </p:grpSp>
      </p:grpSp>
      <p:grpSp>
        <p:nvGrpSpPr>
          <p:cNvPr id="55" name="Group 54">
            <a:extLst>
              <a:ext uri="{FF2B5EF4-FFF2-40B4-BE49-F238E27FC236}">
                <a16:creationId xmlns:a16="http://schemas.microsoft.com/office/drawing/2014/main" id="{7B79D6F1-E42A-04EE-4ADB-DCDE63949BE0}"/>
              </a:ext>
            </a:extLst>
          </p:cNvPr>
          <p:cNvGrpSpPr/>
          <p:nvPr/>
        </p:nvGrpSpPr>
        <p:grpSpPr>
          <a:xfrm>
            <a:off x="6284569" y="5605636"/>
            <a:ext cx="3788731" cy="1087544"/>
            <a:chOff x="7077730" y="5478005"/>
            <a:chExt cx="3788731" cy="1087544"/>
          </a:xfrm>
        </p:grpSpPr>
        <p:pic>
          <p:nvPicPr>
            <p:cNvPr id="22" name="Picture 21">
              <a:extLst>
                <a:ext uri="{FF2B5EF4-FFF2-40B4-BE49-F238E27FC236}">
                  <a16:creationId xmlns:a16="http://schemas.microsoft.com/office/drawing/2014/main" id="{BFB53910-48E8-8A91-1CE1-C2609D37D7CE}"/>
                </a:ext>
              </a:extLst>
            </p:cNvPr>
            <p:cNvPicPr>
              <a:picLocks noChangeAspect="1"/>
            </p:cNvPicPr>
            <p:nvPr/>
          </p:nvPicPr>
          <p:blipFill>
            <a:blip r:embed="rId7"/>
            <a:stretch>
              <a:fillRect/>
            </a:stretch>
          </p:blipFill>
          <p:spPr>
            <a:xfrm>
              <a:off x="7077730" y="5478005"/>
              <a:ext cx="2247173" cy="1087544"/>
            </a:xfrm>
            <a:prstGeom prst="rect">
              <a:avLst/>
            </a:prstGeom>
          </p:spPr>
        </p:pic>
        <p:sp>
          <p:nvSpPr>
            <p:cNvPr id="33" name="TextBox 32">
              <a:extLst>
                <a:ext uri="{FF2B5EF4-FFF2-40B4-BE49-F238E27FC236}">
                  <a16:creationId xmlns:a16="http://schemas.microsoft.com/office/drawing/2014/main" id="{FFF37409-9BF1-889F-00F9-C70008B8A2F3}"/>
                </a:ext>
              </a:extLst>
            </p:cNvPr>
            <p:cNvSpPr txBox="1"/>
            <p:nvPr/>
          </p:nvSpPr>
          <p:spPr>
            <a:xfrm>
              <a:off x="9314594" y="6050290"/>
              <a:ext cx="1551867" cy="261610"/>
            </a:xfrm>
            <a:prstGeom prst="rect">
              <a:avLst/>
            </a:prstGeom>
            <a:noFill/>
          </p:spPr>
          <p:txBody>
            <a:bodyPr wrap="square" rtlCol="0">
              <a:spAutoFit/>
            </a:bodyPr>
            <a:lstStyle/>
            <a:p>
              <a:r>
                <a:rPr lang="en-US" sz="1100"/>
                <a:t>Stream Processing</a:t>
              </a:r>
            </a:p>
          </p:txBody>
        </p:sp>
      </p:grpSp>
      <p:grpSp>
        <p:nvGrpSpPr>
          <p:cNvPr id="58" name="Group 57">
            <a:extLst>
              <a:ext uri="{FF2B5EF4-FFF2-40B4-BE49-F238E27FC236}">
                <a16:creationId xmlns:a16="http://schemas.microsoft.com/office/drawing/2014/main" id="{A0E01073-B49F-75FB-C784-A9F6C9E826D8}"/>
              </a:ext>
            </a:extLst>
          </p:cNvPr>
          <p:cNvGrpSpPr/>
          <p:nvPr/>
        </p:nvGrpSpPr>
        <p:grpSpPr>
          <a:xfrm>
            <a:off x="4416384" y="3235526"/>
            <a:ext cx="4947481" cy="2345757"/>
            <a:chOff x="4895602" y="3490485"/>
            <a:chExt cx="4947481" cy="2345757"/>
          </a:xfrm>
        </p:grpSpPr>
        <p:pic>
          <p:nvPicPr>
            <p:cNvPr id="40" name="Picture 39">
              <a:extLst>
                <a:ext uri="{FF2B5EF4-FFF2-40B4-BE49-F238E27FC236}">
                  <a16:creationId xmlns:a16="http://schemas.microsoft.com/office/drawing/2014/main" id="{C2D8B8DB-AAD5-8D15-A9B4-2DBEAA534F9B}"/>
                </a:ext>
              </a:extLst>
            </p:cNvPr>
            <p:cNvPicPr>
              <a:picLocks noChangeAspect="1"/>
            </p:cNvPicPr>
            <p:nvPr/>
          </p:nvPicPr>
          <p:blipFill>
            <a:blip r:embed="rId8"/>
            <a:stretch>
              <a:fillRect/>
            </a:stretch>
          </p:blipFill>
          <p:spPr>
            <a:xfrm>
              <a:off x="7960650" y="3490485"/>
              <a:ext cx="1882433" cy="905474"/>
            </a:xfrm>
            <a:prstGeom prst="rect">
              <a:avLst/>
            </a:prstGeom>
          </p:spPr>
        </p:pic>
        <p:grpSp>
          <p:nvGrpSpPr>
            <p:cNvPr id="56" name="Group 55">
              <a:extLst>
                <a:ext uri="{FF2B5EF4-FFF2-40B4-BE49-F238E27FC236}">
                  <a16:creationId xmlns:a16="http://schemas.microsoft.com/office/drawing/2014/main" id="{A18B8759-6359-AD96-38FE-DF19B3A5C92B}"/>
                </a:ext>
              </a:extLst>
            </p:cNvPr>
            <p:cNvGrpSpPr/>
            <p:nvPr/>
          </p:nvGrpSpPr>
          <p:grpSpPr>
            <a:xfrm>
              <a:off x="4895602" y="3548796"/>
              <a:ext cx="3404450" cy="2287446"/>
              <a:chOff x="4895602" y="3548796"/>
              <a:chExt cx="3404450" cy="2287446"/>
            </a:xfrm>
          </p:grpSpPr>
          <p:pic>
            <p:nvPicPr>
              <p:cNvPr id="38" name="Picture 37">
                <a:extLst>
                  <a:ext uri="{FF2B5EF4-FFF2-40B4-BE49-F238E27FC236}">
                    <a16:creationId xmlns:a16="http://schemas.microsoft.com/office/drawing/2014/main" id="{5FB3941F-174E-C7C8-B927-79A6C205F17C}"/>
                  </a:ext>
                </a:extLst>
              </p:cNvPr>
              <p:cNvPicPr>
                <a:picLocks noChangeAspect="1"/>
              </p:cNvPicPr>
              <p:nvPr/>
            </p:nvPicPr>
            <p:blipFill>
              <a:blip r:embed="rId9"/>
              <a:stretch>
                <a:fillRect/>
              </a:stretch>
            </p:blipFill>
            <p:spPr>
              <a:xfrm>
                <a:off x="5437212" y="3860568"/>
                <a:ext cx="2433915" cy="905474"/>
              </a:xfrm>
              <a:prstGeom prst="rect">
                <a:avLst/>
              </a:prstGeom>
            </p:spPr>
          </p:pic>
          <p:sp>
            <p:nvSpPr>
              <p:cNvPr id="41" name="TextBox 40">
                <a:extLst>
                  <a:ext uri="{FF2B5EF4-FFF2-40B4-BE49-F238E27FC236}">
                    <a16:creationId xmlns:a16="http://schemas.microsoft.com/office/drawing/2014/main" id="{43038978-747B-9044-3CAC-4677D4D12872}"/>
                  </a:ext>
                </a:extLst>
              </p:cNvPr>
              <p:cNvSpPr txBox="1"/>
              <p:nvPr/>
            </p:nvSpPr>
            <p:spPr>
              <a:xfrm>
                <a:off x="6073244" y="3548796"/>
                <a:ext cx="2226808" cy="261610"/>
              </a:xfrm>
              <a:prstGeom prst="rect">
                <a:avLst/>
              </a:prstGeom>
              <a:noFill/>
            </p:spPr>
            <p:txBody>
              <a:bodyPr wrap="square" rtlCol="0">
                <a:spAutoFit/>
              </a:bodyPr>
              <a:lstStyle/>
              <a:p>
                <a:r>
                  <a:rPr lang="en-US" sz="1100"/>
                  <a:t>Data-Driven Design</a:t>
                </a:r>
              </a:p>
            </p:txBody>
          </p:sp>
          <p:pic>
            <p:nvPicPr>
              <p:cNvPr id="53" name="Picture 52">
                <a:extLst>
                  <a:ext uri="{FF2B5EF4-FFF2-40B4-BE49-F238E27FC236}">
                    <a16:creationId xmlns:a16="http://schemas.microsoft.com/office/drawing/2014/main" id="{001A9BFA-9AD5-03BB-3C5F-23D1CAF8B627}"/>
                  </a:ext>
                </a:extLst>
              </p:cNvPr>
              <p:cNvPicPr>
                <a:picLocks noChangeAspect="1"/>
              </p:cNvPicPr>
              <p:nvPr/>
            </p:nvPicPr>
            <p:blipFill>
              <a:blip r:embed="rId10">
                <a:clrChange>
                  <a:clrFrom>
                    <a:srgbClr val="FFFFFF"/>
                  </a:clrFrom>
                  <a:clrTo>
                    <a:srgbClr val="FFFFFF">
                      <a:alpha val="0"/>
                    </a:srgbClr>
                  </a:clrTo>
                </a:clrChange>
              </a:blip>
              <a:stretch>
                <a:fillRect/>
              </a:stretch>
            </p:blipFill>
            <p:spPr>
              <a:xfrm>
                <a:off x="4895602" y="4816204"/>
                <a:ext cx="2355184" cy="1020038"/>
              </a:xfrm>
              <a:prstGeom prst="rect">
                <a:avLst/>
              </a:prstGeom>
            </p:spPr>
          </p:pic>
        </p:grpSp>
      </p:grpSp>
      <p:grpSp>
        <p:nvGrpSpPr>
          <p:cNvPr id="3" name="Group 2">
            <a:extLst>
              <a:ext uri="{FF2B5EF4-FFF2-40B4-BE49-F238E27FC236}">
                <a16:creationId xmlns:a16="http://schemas.microsoft.com/office/drawing/2014/main" id="{9F2EEE9E-74C5-73C6-7855-6890906AADB3}"/>
              </a:ext>
            </a:extLst>
          </p:cNvPr>
          <p:cNvGrpSpPr/>
          <p:nvPr/>
        </p:nvGrpSpPr>
        <p:grpSpPr>
          <a:xfrm>
            <a:off x="223921" y="1443924"/>
            <a:ext cx="3725867" cy="1356405"/>
            <a:chOff x="425917" y="1243442"/>
            <a:chExt cx="3725867" cy="1356405"/>
          </a:xfrm>
        </p:grpSpPr>
        <p:pic>
          <p:nvPicPr>
            <p:cNvPr id="6" name="Picture 5">
              <a:extLst>
                <a:ext uri="{FF2B5EF4-FFF2-40B4-BE49-F238E27FC236}">
                  <a16:creationId xmlns:a16="http://schemas.microsoft.com/office/drawing/2014/main" id="{4F396BFA-64E5-7B4B-7585-8F7DAF0FBB24}"/>
                </a:ext>
              </a:extLst>
            </p:cNvPr>
            <p:cNvPicPr>
              <a:picLocks noChangeAspect="1"/>
            </p:cNvPicPr>
            <p:nvPr/>
          </p:nvPicPr>
          <p:blipFill>
            <a:blip r:embed="rId11"/>
            <a:stretch>
              <a:fillRect/>
            </a:stretch>
          </p:blipFill>
          <p:spPr>
            <a:xfrm>
              <a:off x="425917" y="1243442"/>
              <a:ext cx="578234" cy="833406"/>
            </a:xfrm>
            <a:prstGeom prst="rect">
              <a:avLst/>
            </a:prstGeom>
          </p:spPr>
        </p:pic>
        <p:pic>
          <p:nvPicPr>
            <p:cNvPr id="7" name="Picture 6">
              <a:extLst>
                <a:ext uri="{FF2B5EF4-FFF2-40B4-BE49-F238E27FC236}">
                  <a16:creationId xmlns:a16="http://schemas.microsoft.com/office/drawing/2014/main" id="{0502B7B5-0DB1-418B-8E6B-DF8EDA3DDB07}"/>
                </a:ext>
              </a:extLst>
            </p:cNvPr>
            <p:cNvPicPr>
              <a:picLocks noChangeAspect="1"/>
            </p:cNvPicPr>
            <p:nvPr/>
          </p:nvPicPr>
          <p:blipFill>
            <a:blip r:embed="rId12"/>
            <a:stretch>
              <a:fillRect/>
            </a:stretch>
          </p:blipFill>
          <p:spPr>
            <a:xfrm>
              <a:off x="1726081" y="1264769"/>
              <a:ext cx="841497" cy="833406"/>
            </a:xfrm>
            <a:prstGeom prst="rect">
              <a:avLst/>
            </a:prstGeom>
          </p:spPr>
        </p:pic>
        <p:pic>
          <p:nvPicPr>
            <p:cNvPr id="8" name="Picture 7">
              <a:extLst>
                <a:ext uri="{FF2B5EF4-FFF2-40B4-BE49-F238E27FC236}">
                  <a16:creationId xmlns:a16="http://schemas.microsoft.com/office/drawing/2014/main" id="{81752227-641B-DF4C-3E10-DD842697C524}"/>
                </a:ext>
              </a:extLst>
            </p:cNvPr>
            <p:cNvPicPr>
              <a:picLocks noChangeAspect="1"/>
            </p:cNvPicPr>
            <p:nvPr/>
          </p:nvPicPr>
          <p:blipFill>
            <a:blip r:embed="rId13"/>
            <a:stretch>
              <a:fillRect/>
            </a:stretch>
          </p:blipFill>
          <p:spPr>
            <a:xfrm>
              <a:off x="941403" y="1992286"/>
              <a:ext cx="841497" cy="607561"/>
            </a:xfrm>
            <a:prstGeom prst="rect">
              <a:avLst/>
            </a:prstGeom>
          </p:spPr>
        </p:pic>
        <p:sp>
          <p:nvSpPr>
            <p:cNvPr id="12" name="TextBox 11">
              <a:extLst>
                <a:ext uri="{FF2B5EF4-FFF2-40B4-BE49-F238E27FC236}">
                  <a16:creationId xmlns:a16="http://schemas.microsoft.com/office/drawing/2014/main" id="{FA493FF6-C0BA-9D6D-F9FE-C6FE8FBAF86A}"/>
                </a:ext>
              </a:extLst>
            </p:cNvPr>
            <p:cNvSpPr txBox="1"/>
            <p:nvPr/>
          </p:nvSpPr>
          <p:spPr>
            <a:xfrm>
              <a:off x="2567578" y="1330212"/>
              <a:ext cx="1584206" cy="430887"/>
            </a:xfrm>
            <a:prstGeom prst="rect">
              <a:avLst/>
            </a:prstGeom>
            <a:noFill/>
          </p:spPr>
          <p:txBody>
            <a:bodyPr wrap="square" rtlCol="0">
              <a:spAutoFit/>
            </a:bodyPr>
            <a:lstStyle/>
            <a:p>
              <a:r>
                <a:rPr lang="en-DE" sz="1100"/>
                <a:t>Programmiersprachen Entwicklungen</a:t>
              </a:r>
            </a:p>
          </p:txBody>
        </p:sp>
      </p:grpSp>
      <p:grpSp>
        <p:nvGrpSpPr>
          <p:cNvPr id="23" name="Group 22">
            <a:extLst>
              <a:ext uri="{FF2B5EF4-FFF2-40B4-BE49-F238E27FC236}">
                <a16:creationId xmlns:a16="http://schemas.microsoft.com/office/drawing/2014/main" id="{0BEED605-FCE3-441A-B42A-427FBDCABAA1}"/>
              </a:ext>
            </a:extLst>
          </p:cNvPr>
          <p:cNvGrpSpPr/>
          <p:nvPr/>
        </p:nvGrpSpPr>
        <p:grpSpPr>
          <a:xfrm>
            <a:off x="3895095" y="1172032"/>
            <a:ext cx="8118271" cy="2137432"/>
            <a:chOff x="3833148" y="1182113"/>
            <a:chExt cx="8118271" cy="2137432"/>
          </a:xfrm>
        </p:grpSpPr>
        <p:grpSp>
          <p:nvGrpSpPr>
            <p:cNvPr id="61" name="Group 60">
              <a:extLst>
                <a:ext uri="{FF2B5EF4-FFF2-40B4-BE49-F238E27FC236}">
                  <a16:creationId xmlns:a16="http://schemas.microsoft.com/office/drawing/2014/main" id="{78B6817E-29F3-FD16-ED7B-1CFF7165FC91}"/>
                </a:ext>
              </a:extLst>
            </p:cNvPr>
            <p:cNvGrpSpPr/>
            <p:nvPr/>
          </p:nvGrpSpPr>
          <p:grpSpPr>
            <a:xfrm>
              <a:off x="6116817" y="1182113"/>
              <a:ext cx="5834602" cy="2137432"/>
              <a:chOff x="6116817" y="1182113"/>
              <a:chExt cx="5834602" cy="2137432"/>
            </a:xfrm>
          </p:grpSpPr>
          <p:pic>
            <p:nvPicPr>
              <p:cNvPr id="9" name="Picture 8">
                <a:extLst>
                  <a:ext uri="{FF2B5EF4-FFF2-40B4-BE49-F238E27FC236}">
                    <a16:creationId xmlns:a16="http://schemas.microsoft.com/office/drawing/2014/main" id="{26DC137E-C573-1F0C-6CC3-ABCA296395B0}"/>
                  </a:ext>
                </a:extLst>
              </p:cNvPr>
              <p:cNvPicPr>
                <a:picLocks noChangeAspect="1"/>
              </p:cNvPicPr>
              <p:nvPr/>
            </p:nvPicPr>
            <p:blipFill>
              <a:blip r:embed="rId14"/>
              <a:stretch>
                <a:fillRect/>
              </a:stretch>
            </p:blipFill>
            <p:spPr>
              <a:xfrm>
                <a:off x="9816271" y="1408934"/>
                <a:ext cx="2135148" cy="1398676"/>
              </a:xfrm>
              <a:prstGeom prst="rect">
                <a:avLst/>
              </a:prstGeom>
            </p:spPr>
          </p:pic>
          <p:sp>
            <p:nvSpPr>
              <p:cNvPr id="11" name="TextBox 10">
                <a:extLst>
                  <a:ext uri="{FF2B5EF4-FFF2-40B4-BE49-F238E27FC236}">
                    <a16:creationId xmlns:a16="http://schemas.microsoft.com/office/drawing/2014/main" id="{D95B2102-1900-2D0C-F713-F21DC3207BF4}"/>
                  </a:ext>
                </a:extLst>
              </p:cNvPr>
              <p:cNvSpPr txBox="1"/>
              <p:nvPr/>
            </p:nvSpPr>
            <p:spPr>
              <a:xfrm>
                <a:off x="9672277" y="1182113"/>
                <a:ext cx="1523530" cy="261610"/>
              </a:xfrm>
              <a:prstGeom prst="rect">
                <a:avLst/>
              </a:prstGeom>
              <a:noFill/>
            </p:spPr>
            <p:txBody>
              <a:bodyPr wrap="square" rtlCol="0">
                <a:spAutoFit/>
              </a:bodyPr>
              <a:lstStyle/>
              <a:p>
                <a:r>
                  <a:rPr lang="en-US" sz="1100" err="1"/>
                  <a:t>Verifikation</a:t>
                </a:r>
                <a:endParaRPr lang="en-US" sz="1100"/>
              </a:p>
            </p:txBody>
          </p:sp>
          <p:pic>
            <p:nvPicPr>
              <p:cNvPr id="13" name="Picture 12">
                <a:extLst>
                  <a:ext uri="{FF2B5EF4-FFF2-40B4-BE49-F238E27FC236}">
                    <a16:creationId xmlns:a16="http://schemas.microsoft.com/office/drawing/2014/main" id="{0C868160-2F76-11DA-DE0A-21F062C87A91}"/>
                  </a:ext>
                </a:extLst>
              </p:cNvPr>
              <p:cNvPicPr>
                <a:picLocks noChangeAspect="1"/>
              </p:cNvPicPr>
              <p:nvPr/>
            </p:nvPicPr>
            <p:blipFill>
              <a:blip r:embed="rId15"/>
              <a:stretch>
                <a:fillRect/>
              </a:stretch>
            </p:blipFill>
            <p:spPr>
              <a:xfrm>
                <a:off x="6116817" y="1720966"/>
                <a:ext cx="1726892" cy="1598579"/>
              </a:xfrm>
              <a:prstGeom prst="rect">
                <a:avLst/>
              </a:prstGeom>
            </p:spPr>
          </p:pic>
          <p:sp>
            <p:nvSpPr>
              <p:cNvPr id="14" name="TextBox 13">
                <a:extLst>
                  <a:ext uri="{FF2B5EF4-FFF2-40B4-BE49-F238E27FC236}">
                    <a16:creationId xmlns:a16="http://schemas.microsoft.com/office/drawing/2014/main" id="{C10E34ED-9098-A8DB-8127-8FA36E3C3967}"/>
                  </a:ext>
                </a:extLst>
              </p:cNvPr>
              <p:cNvSpPr txBox="1"/>
              <p:nvPr/>
            </p:nvSpPr>
            <p:spPr>
              <a:xfrm>
                <a:off x="6489592" y="1432555"/>
                <a:ext cx="2226808" cy="261610"/>
              </a:xfrm>
              <a:prstGeom prst="rect">
                <a:avLst/>
              </a:prstGeom>
              <a:noFill/>
            </p:spPr>
            <p:txBody>
              <a:bodyPr wrap="square" rtlCol="0">
                <a:spAutoFit/>
              </a:bodyPr>
              <a:lstStyle/>
              <a:p>
                <a:r>
                  <a:rPr lang="en-US" sz="1100"/>
                  <a:t>Software Development Lifecycle</a:t>
                </a:r>
              </a:p>
            </p:txBody>
          </p:sp>
          <p:pic>
            <p:nvPicPr>
              <p:cNvPr id="60" name="Picture 59">
                <a:extLst>
                  <a:ext uri="{FF2B5EF4-FFF2-40B4-BE49-F238E27FC236}">
                    <a16:creationId xmlns:a16="http://schemas.microsoft.com/office/drawing/2014/main" id="{3F88ECC0-034E-5BCF-BDA0-6AC426026C61}"/>
                  </a:ext>
                </a:extLst>
              </p:cNvPr>
              <p:cNvPicPr>
                <a:picLocks noChangeAspect="1"/>
              </p:cNvPicPr>
              <p:nvPr/>
            </p:nvPicPr>
            <p:blipFill>
              <a:blip r:embed="rId16">
                <a:clrChange>
                  <a:clrFrom>
                    <a:srgbClr val="FFFFFF"/>
                  </a:clrFrom>
                  <a:clrTo>
                    <a:srgbClr val="FFFFFF">
                      <a:alpha val="0"/>
                    </a:srgbClr>
                  </a:clrTo>
                </a:clrChange>
              </a:blip>
              <a:stretch>
                <a:fillRect/>
              </a:stretch>
            </p:blipFill>
            <p:spPr>
              <a:xfrm>
                <a:off x="7655803" y="1858529"/>
                <a:ext cx="2553718" cy="1176149"/>
              </a:xfrm>
              <a:prstGeom prst="rect">
                <a:avLst/>
              </a:prstGeom>
            </p:spPr>
          </p:pic>
        </p:grpSp>
        <p:pic>
          <p:nvPicPr>
            <p:cNvPr id="18" name="Picture 17">
              <a:extLst>
                <a:ext uri="{FF2B5EF4-FFF2-40B4-BE49-F238E27FC236}">
                  <a16:creationId xmlns:a16="http://schemas.microsoft.com/office/drawing/2014/main" id="{FD00293F-4E97-C343-D70E-EC480CDA06E3}"/>
                </a:ext>
              </a:extLst>
            </p:cNvPr>
            <p:cNvPicPr>
              <a:picLocks noChangeAspect="1"/>
            </p:cNvPicPr>
            <p:nvPr/>
          </p:nvPicPr>
          <p:blipFill>
            <a:blip r:embed="rId17"/>
            <a:stretch>
              <a:fillRect/>
            </a:stretch>
          </p:blipFill>
          <p:spPr>
            <a:xfrm>
              <a:off x="3833148" y="1446939"/>
              <a:ext cx="2412588" cy="1193672"/>
            </a:xfrm>
            <a:prstGeom prst="rect">
              <a:avLst/>
            </a:prstGeom>
          </p:spPr>
        </p:pic>
      </p:grpSp>
    </p:spTree>
    <p:extLst>
      <p:ext uri="{BB962C8B-B14F-4D97-AF65-F5344CB8AC3E}">
        <p14:creationId xmlns:p14="http://schemas.microsoft.com/office/powerpoint/2010/main" val="4215040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2BBF-00BE-7DA2-05FB-06634D3D0F85}"/>
              </a:ext>
            </a:extLst>
          </p:cNvPr>
          <p:cNvSpPr>
            <a:spLocks noGrp="1"/>
          </p:cNvSpPr>
          <p:nvPr>
            <p:ph type="title"/>
          </p:nvPr>
        </p:nvSpPr>
        <p:spPr/>
        <p:txBody>
          <a:bodyPr/>
          <a:lstStyle/>
          <a:p>
            <a:r>
              <a:rPr lang="en-US" dirty="0"/>
              <a:t>Cloud Computing</a:t>
            </a:r>
          </a:p>
        </p:txBody>
      </p:sp>
      <p:sp>
        <p:nvSpPr>
          <p:cNvPr id="4" name="Slide Number Placeholder 3">
            <a:extLst>
              <a:ext uri="{FF2B5EF4-FFF2-40B4-BE49-F238E27FC236}">
                <a16:creationId xmlns:a16="http://schemas.microsoft.com/office/drawing/2014/main" id="{5D67965B-6ADF-1BCE-0CE2-89E2E9F0D4F4}"/>
              </a:ext>
            </a:extLst>
          </p:cNvPr>
          <p:cNvSpPr>
            <a:spLocks noGrp="1"/>
          </p:cNvSpPr>
          <p:nvPr>
            <p:ph type="sldNum" sz="quarter" idx="12"/>
          </p:nvPr>
        </p:nvSpPr>
        <p:spPr/>
        <p:txBody>
          <a:bodyPr/>
          <a:lstStyle/>
          <a:p>
            <a:pPr>
              <a:defRPr/>
            </a:pPr>
            <a:fld id="{B412CF81-FBD2-4988-8D72-9A03E2875460}" type="slidenum">
              <a:rPr lang="de-DE" smtClean="0"/>
              <a:pPr>
                <a:defRPr/>
              </a:pPr>
              <a:t>14</a:t>
            </a:fld>
            <a:endParaRPr lang="de-DE"/>
          </a:p>
        </p:txBody>
      </p:sp>
      <p:grpSp>
        <p:nvGrpSpPr>
          <p:cNvPr id="17" name="Group 16">
            <a:extLst>
              <a:ext uri="{FF2B5EF4-FFF2-40B4-BE49-F238E27FC236}">
                <a16:creationId xmlns:a16="http://schemas.microsoft.com/office/drawing/2014/main" id="{FCC1ACA2-55C6-28C1-6468-8C8763DFCD06}"/>
              </a:ext>
            </a:extLst>
          </p:cNvPr>
          <p:cNvGrpSpPr/>
          <p:nvPr/>
        </p:nvGrpSpPr>
        <p:grpSpPr>
          <a:xfrm>
            <a:off x="1236086" y="1245054"/>
            <a:ext cx="2433915" cy="2007785"/>
            <a:chOff x="8878776" y="876985"/>
            <a:chExt cx="3207615" cy="2830974"/>
          </a:xfrm>
        </p:grpSpPr>
        <p:pic>
          <p:nvPicPr>
            <p:cNvPr id="18" name="Picture 17">
              <a:extLst>
                <a:ext uri="{FF2B5EF4-FFF2-40B4-BE49-F238E27FC236}">
                  <a16:creationId xmlns:a16="http://schemas.microsoft.com/office/drawing/2014/main" id="{A481EFD4-054D-9272-2871-FF8E33441E1B}"/>
                </a:ext>
              </a:extLst>
            </p:cNvPr>
            <p:cNvPicPr>
              <a:picLocks noChangeAspect="1"/>
            </p:cNvPicPr>
            <p:nvPr/>
          </p:nvPicPr>
          <p:blipFill>
            <a:blip r:embed="rId2"/>
            <a:stretch>
              <a:fillRect/>
            </a:stretch>
          </p:blipFill>
          <p:spPr>
            <a:xfrm>
              <a:off x="9023498" y="1288024"/>
              <a:ext cx="2712390" cy="1499747"/>
            </a:xfrm>
            <a:prstGeom prst="rect">
              <a:avLst/>
            </a:prstGeom>
          </p:spPr>
        </p:pic>
        <p:pic>
          <p:nvPicPr>
            <p:cNvPr id="19" name="Picture 18">
              <a:extLst>
                <a:ext uri="{FF2B5EF4-FFF2-40B4-BE49-F238E27FC236}">
                  <a16:creationId xmlns:a16="http://schemas.microsoft.com/office/drawing/2014/main" id="{C5B3ABFF-38C4-A65F-61ED-A49FBD521BB9}"/>
                </a:ext>
              </a:extLst>
            </p:cNvPr>
            <p:cNvPicPr>
              <a:picLocks noChangeAspect="1"/>
            </p:cNvPicPr>
            <p:nvPr/>
          </p:nvPicPr>
          <p:blipFill>
            <a:blip r:embed="rId3"/>
            <a:stretch>
              <a:fillRect/>
            </a:stretch>
          </p:blipFill>
          <p:spPr>
            <a:xfrm>
              <a:off x="10105191" y="2877807"/>
              <a:ext cx="1981200" cy="787400"/>
            </a:xfrm>
            <a:prstGeom prst="rect">
              <a:avLst/>
            </a:prstGeom>
          </p:spPr>
        </p:pic>
        <p:pic>
          <p:nvPicPr>
            <p:cNvPr id="20" name="Picture 19">
              <a:extLst>
                <a:ext uri="{FF2B5EF4-FFF2-40B4-BE49-F238E27FC236}">
                  <a16:creationId xmlns:a16="http://schemas.microsoft.com/office/drawing/2014/main" id="{9492B12B-78D5-8605-6093-50716420694F}"/>
                </a:ext>
              </a:extLst>
            </p:cNvPr>
            <p:cNvPicPr>
              <a:picLocks noChangeAspect="1"/>
            </p:cNvPicPr>
            <p:nvPr/>
          </p:nvPicPr>
          <p:blipFill>
            <a:blip r:embed="rId4"/>
            <a:stretch>
              <a:fillRect/>
            </a:stretch>
          </p:blipFill>
          <p:spPr>
            <a:xfrm>
              <a:off x="8878776" y="2843764"/>
              <a:ext cx="1124383" cy="864195"/>
            </a:xfrm>
            <a:prstGeom prst="rect">
              <a:avLst/>
            </a:prstGeom>
          </p:spPr>
        </p:pic>
        <p:sp>
          <p:nvSpPr>
            <p:cNvPr id="21" name="TextBox 20">
              <a:extLst>
                <a:ext uri="{FF2B5EF4-FFF2-40B4-BE49-F238E27FC236}">
                  <a16:creationId xmlns:a16="http://schemas.microsoft.com/office/drawing/2014/main" id="{697A5E76-51ED-91AD-3E86-C66488B27F04}"/>
                </a:ext>
              </a:extLst>
            </p:cNvPr>
            <p:cNvSpPr txBox="1"/>
            <p:nvPr/>
          </p:nvSpPr>
          <p:spPr>
            <a:xfrm>
              <a:off x="9440968" y="876985"/>
              <a:ext cx="1981200" cy="433965"/>
            </a:xfrm>
            <a:prstGeom prst="rect">
              <a:avLst/>
            </a:prstGeom>
            <a:noFill/>
          </p:spPr>
          <p:txBody>
            <a:bodyPr wrap="square" rtlCol="0">
              <a:spAutoFit/>
            </a:bodyPr>
            <a:lstStyle/>
            <a:p>
              <a:r>
                <a:rPr lang="en-DE" sz="1400" dirty="0"/>
                <a:t>Virtualisierung</a:t>
              </a:r>
            </a:p>
          </p:txBody>
        </p:sp>
      </p:grpSp>
      <p:grpSp>
        <p:nvGrpSpPr>
          <p:cNvPr id="32" name="Group 31">
            <a:extLst>
              <a:ext uri="{FF2B5EF4-FFF2-40B4-BE49-F238E27FC236}">
                <a16:creationId xmlns:a16="http://schemas.microsoft.com/office/drawing/2014/main" id="{390B2E33-8EDC-C704-B21E-9229AB76DF28}"/>
              </a:ext>
            </a:extLst>
          </p:cNvPr>
          <p:cNvGrpSpPr/>
          <p:nvPr/>
        </p:nvGrpSpPr>
        <p:grpSpPr>
          <a:xfrm>
            <a:off x="4573105" y="3896833"/>
            <a:ext cx="7696169" cy="2594455"/>
            <a:chOff x="3691570" y="4079396"/>
            <a:chExt cx="7696169" cy="2594455"/>
          </a:xfrm>
        </p:grpSpPr>
        <p:pic>
          <p:nvPicPr>
            <p:cNvPr id="14" name="Picture 13">
              <a:extLst>
                <a:ext uri="{FF2B5EF4-FFF2-40B4-BE49-F238E27FC236}">
                  <a16:creationId xmlns:a16="http://schemas.microsoft.com/office/drawing/2014/main" id="{B36E0364-9561-599A-6748-4286A320C738}"/>
                </a:ext>
              </a:extLst>
            </p:cNvPr>
            <p:cNvPicPr>
              <a:picLocks noChangeAspect="1"/>
            </p:cNvPicPr>
            <p:nvPr/>
          </p:nvPicPr>
          <p:blipFill>
            <a:blip r:embed="rId5"/>
            <a:stretch>
              <a:fillRect/>
            </a:stretch>
          </p:blipFill>
          <p:spPr>
            <a:xfrm>
              <a:off x="3691570" y="4934630"/>
              <a:ext cx="2764412" cy="1739221"/>
            </a:xfrm>
            <a:prstGeom prst="rect">
              <a:avLst/>
            </a:prstGeom>
          </p:spPr>
        </p:pic>
        <p:grpSp>
          <p:nvGrpSpPr>
            <p:cNvPr id="22" name="Group 21">
              <a:extLst>
                <a:ext uri="{FF2B5EF4-FFF2-40B4-BE49-F238E27FC236}">
                  <a16:creationId xmlns:a16="http://schemas.microsoft.com/office/drawing/2014/main" id="{90D8032D-4A2F-581B-1671-137C7EF85960}"/>
                </a:ext>
              </a:extLst>
            </p:cNvPr>
            <p:cNvGrpSpPr/>
            <p:nvPr/>
          </p:nvGrpSpPr>
          <p:grpSpPr>
            <a:xfrm>
              <a:off x="6439764" y="4079396"/>
              <a:ext cx="4947975" cy="2055626"/>
              <a:chOff x="7560728" y="4331882"/>
              <a:chExt cx="4947975" cy="2055626"/>
            </a:xfrm>
          </p:grpSpPr>
          <p:grpSp>
            <p:nvGrpSpPr>
              <p:cNvPr id="23" name="Group 22">
                <a:extLst>
                  <a:ext uri="{FF2B5EF4-FFF2-40B4-BE49-F238E27FC236}">
                    <a16:creationId xmlns:a16="http://schemas.microsoft.com/office/drawing/2014/main" id="{68C51260-6EA3-3B49-8892-8670BDBBA8C2}"/>
                  </a:ext>
                </a:extLst>
              </p:cNvPr>
              <p:cNvGrpSpPr/>
              <p:nvPr/>
            </p:nvGrpSpPr>
            <p:grpSpPr>
              <a:xfrm>
                <a:off x="7560728" y="4452545"/>
                <a:ext cx="2070100" cy="1408047"/>
                <a:chOff x="9923913" y="2916664"/>
                <a:chExt cx="2070100" cy="1408047"/>
              </a:xfrm>
            </p:grpSpPr>
            <p:pic>
              <p:nvPicPr>
                <p:cNvPr id="27" name="Picture 26">
                  <a:extLst>
                    <a:ext uri="{FF2B5EF4-FFF2-40B4-BE49-F238E27FC236}">
                      <a16:creationId xmlns:a16="http://schemas.microsoft.com/office/drawing/2014/main" id="{185D18C2-2425-938D-102A-6145256B7FF2}"/>
                    </a:ext>
                  </a:extLst>
                </p:cNvPr>
                <p:cNvPicPr>
                  <a:picLocks noChangeAspect="1"/>
                </p:cNvPicPr>
                <p:nvPr/>
              </p:nvPicPr>
              <p:blipFill>
                <a:blip r:embed="rId6"/>
                <a:stretch>
                  <a:fillRect/>
                </a:stretch>
              </p:blipFill>
              <p:spPr>
                <a:xfrm>
                  <a:off x="9996244" y="3224441"/>
                  <a:ext cx="1885543" cy="1100270"/>
                </a:xfrm>
                <a:prstGeom prst="rect">
                  <a:avLst/>
                </a:prstGeom>
              </p:spPr>
            </p:pic>
            <p:sp>
              <p:nvSpPr>
                <p:cNvPr id="28" name="TextBox 27">
                  <a:extLst>
                    <a:ext uri="{FF2B5EF4-FFF2-40B4-BE49-F238E27FC236}">
                      <a16:creationId xmlns:a16="http://schemas.microsoft.com/office/drawing/2014/main" id="{49950DF1-F12D-D340-E0AD-281241AA56CD}"/>
                    </a:ext>
                  </a:extLst>
                </p:cNvPr>
                <p:cNvSpPr txBox="1"/>
                <p:nvPr/>
              </p:nvSpPr>
              <p:spPr>
                <a:xfrm>
                  <a:off x="9923913" y="2916664"/>
                  <a:ext cx="2070100" cy="307777"/>
                </a:xfrm>
                <a:prstGeom prst="rect">
                  <a:avLst/>
                </a:prstGeom>
                <a:noFill/>
              </p:spPr>
              <p:txBody>
                <a:bodyPr wrap="square" rtlCol="0">
                  <a:spAutoFit/>
                </a:bodyPr>
                <a:lstStyle/>
                <a:p>
                  <a:r>
                    <a:rPr lang="en-US" sz="1400" dirty="0"/>
                    <a:t>Architecture Patterns</a:t>
                  </a:r>
                </a:p>
              </p:txBody>
            </p:sp>
          </p:grpSp>
          <p:grpSp>
            <p:nvGrpSpPr>
              <p:cNvPr id="24" name="Group 23">
                <a:extLst>
                  <a:ext uri="{FF2B5EF4-FFF2-40B4-BE49-F238E27FC236}">
                    <a16:creationId xmlns:a16="http://schemas.microsoft.com/office/drawing/2014/main" id="{F00B70D2-83CD-36D4-84FA-5856C442AFDF}"/>
                  </a:ext>
                </a:extLst>
              </p:cNvPr>
              <p:cNvGrpSpPr/>
              <p:nvPr/>
            </p:nvGrpSpPr>
            <p:grpSpPr>
              <a:xfrm>
                <a:off x="9630828" y="4331882"/>
                <a:ext cx="2877875" cy="2055626"/>
                <a:chOff x="8637443" y="4268781"/>
                <a:chExt cx="2877875" cy="2055626"/>
              </a:xfrm>
            </p:grpSpPr>
            <p:pic>
              <p:nvPicPr>
                <p:cNvPr id="25" name="Picture 24">
                  <a:extLst>
                    <a:ext uri="{FF2B5EF4-FFF2-40B4-BE49-F238E27FC236}">
                      <a16:creationId xmlns:a16="http://schemas.microsoft.com/office/drawing/2014/main" id="{918B59E6-A161-37E8-6C86-F6D09B1DCCB4}"/>
                    </a:ext>
                  </a:extLst>
                </p:cNvPr>
                <p:cNvPicPr>
                  <a:picLocks noChangeAspect="1"/>
                </p:cNvPicPr>
                <p:nvPr/>
              </p:nvPicPr>
              <p:blipFill>
                <a:blip r:embed="rId7"/>
                <a:stretch>
                  <a:fillRect/>
                </a:stretch>
              </p:blipFill>
              <p:spPr>
                <a:xfrm>
                  <a:off x="8637443" y="4617260"/>
                  <a:ext cx="2433915" cy="1707147"/>
                </a:xfrm>
                <a:prstGeom prst="rect">
                  <a:avLst/>
                </a:prstGeom>
              </p:spPr>
            </p:pic>
            <p:sp>
              <p:nvSpPr>
                <p:cNvPr id="26" name="TextBox 25">
                  <a:extLst>
                    <a:ext uri="{FF2B5EF4-FFF2-40B4-BE49-F238E27FC236}">
                      <a16:creationId xmlns:a16="http://schemas.microsoft.com/office/drawing/2014/main" id="{58CDED04-5BC5-4CBF-896B-A22439DA1D37}"/>
                    </a:ext>
                  </a:extLst>
                </p:cNvPr>
                <p:cNvSpPr txBox="1"/>
                <p:nvPr/>
              </p:nvSpPr>
              <p:spPr>
                <a:xfrm>
                  <a:off x="8639783" y="4268781"/>
                  <a:ext cx="2875535" cy="307777"/>
                </a:xfrm>
                <a:prstGeom prst="rect">
                  <a:avLst/>
                </a:prstGeom>
                <a:noFill/>
              </p:spPr>
              <p:txBody>
                <a:bodyPr wrap="square" rtlCol="0">
                  <a:spAutoFit/>
                </a:bodyPr>
                <a:lstStyle/>
                <a:p>
                  <a:r>
                    <a:rPr lang="en-US" sz="1400" dirty="0"/>
                    <a:t>Cloud-native Architectures</a:t>
                  </a:r>
                </a:p>
              </p:txBody>
            </p:sp>
          </p:grpSp>
        </p:grpSp>
      </p:grpSp>
      <p:grpSp>
        <p:nvGrpSpPr>
          <p:cNvPr id="31" name="Group 30">
            <a:extLst>
              <a:ext uri="{FF2B5EF4-FFF2-40B4-BE49-F238E27FC236}">
                <a16:creationId xmlns:a16="http://schemas.microsoft.com/office/drawing/2014/main" id="{AB42B729-BD77-A54B-7371-C787A7A6F493}"/>
              </a:ext>
            </a:extLst>
          </p:cNvPr>
          <p:cNvGrpSpPr/>
          <p:nvPr/>
        </p:nvGrpSpPr>
        <p:grpSpPr>
          <a:xfrm>
            <a:off x="4573105" y="1189693"/>
            <a:ext cx="5901836" cy="2100920"/>
            <a:chOff x="4573105" y="1189693"/>
            <a:chExt cx="5901836" cy="2100920"/>
          </a:xfrm>
        </p:grpSpPr>
        <p:pic>
          <p:nvPicPr>
            <p:cNvPr id="8" name="Picture 7">
              <a:extLst>
                <a:ext uri="{FF2B5EF4-FFF2-40B4-BE49-F238E27FC236}">
                  <a16:creationId xmlns:a16="http://schemas.microsoft.com/office/drawing/2014/main" id="{19731BB3-1840-32C5-6EDB-E76CCD2780CD}"/>
                </a:ext>
              </a:extLst>
            </p:cNvPr>
            <p:cNvPicPr>
              <a:picLocks noChangeAspect="1"/>
            </p:cNvPicPr>
            <p:nvPr/>
          </p:nvPicPr>
          <p:blipFill>
            <a:blip r:embed="rId8"/>
            <a:stretch>
              <a:fillRect/>
            </a:stretch>
          </p:blipFill>
          <p:spPr>
            <a:xfrm>
              <a:off x="4573105" y="1632095"/>
              <a:ext cx="1676169" cy="1179974"/>
            </a:xfrm>
            <a:prstGeom prst="rect">
              <a:avLst/>
            </a:prstGeom>
          </p:spPr>
        </p:pic>
        <p:pic>
          <p:nvPicPr>
            <p:cNvPr id="10" name="Picture 9">
              <a:extLst>
                <a:ext uri="{FF2B5EF4-FFF2-40B4-BE49-F238E27FC236}">
                  <a16:creationId xmlns:a16="http://schemas.microsoft.com/office/drawing/2014/main" id="{51F8B470-6DCC-5B53-7867-FB8A7D29239E}"/>
                </a:ext>
              </a:extLst>
            </p:cNvPr>
            <p:cNvPicPr>
              <a:picLocks noChangeAspect="1"/>
            </p:cNvPicPr>
            <p:nvPr/>
          </p:nvPicPr>
          <p:blipFill>
            <a:blip r:embed="rId9"/>
            <a:stretch>
              <a:fillRect/>
            </a:stretch>
          </p:blipFill>
          <p:spPr>
            <a:xfrm>
              <a:off x="6725972" y="1189693"/>
              <a:ext cx="1981477" cy="628738"/>
            </a:xfrm>
            <a:prstGeom prst="rect">
              <a:avLst/>
            </a:prstGeom>
          </p:spPr>
        </p:pic>
        <p:pic>
          <p:nvPicPr>
            <p:cNvPr id="12" name="Picture 11">
              <a:extLst>
                <a:ext uri="{FF2B5EF4-FFF2-40B4-BE49-F238E27FC236}">
                  <a16:creationId xmlns:a16="http://schemas.microsoft.com/office/drawing/2014/main" id="{B6D2CA9F-364D-239E-90A3-0103758A62D8}"/>
                </a:ext>
              </a:extLst>
            </p:cNvPr>
            <p:cNvPicPr>
              <a:picLocks noChangeAspect="1"/>
            </p:cNvPicPr>
            <p:nvPr/>
          </p:nvPicPr>
          <p:blipFill>
            <a:blip r:embed="rId10"/>
            <a:stretch>
              <a:fillRect/>
            </a:stretch>
          </p:blipFill>
          <p:spPr>
            <a:xfrm>
              <a:off x="6288675" y="2110639"/>
              <a:ext cx="2118809" cy="1179974"/>
            </a:xfrm>
            <a:prstGeom prst="rect">
              <a:avLst/>
            </a:prstGeom>
          </p:spPr>
        </p:pic>
        <p:sp>
          <p:nvSpPr>
            <p:cNvPr id="29" name="TextBox 28">
              <a:extLst>
                <a:ext uri="{FF2B5EF4-FFF2-40B4-BE49-F238E27FC236}">
                  <a16:creationId xmlns:a16="http://schemas.microsoft.com/office/drawing/2014/main" id="{1665CE61-557C-B6CE-2043-B34F750CC9D4}"/>
                </a:ext>
              </a:extLst>
            </p:cNvPr>
            <p:cNvSpPr txBox="1"/>
            <p:nvPr/>
          </p:nvSpPr>
          <p:spPr>
            <a:xfrm>
              <a:off x="4691643" y="1291221"/>
              <a:ext cx="1796280" cy="307777"/>
            </a:xfrm>
            <a:prstGeom prst="rect">
              <a:avLst/>
            </a:prstGeom>
            <a:noFill/>
          </p:spPr>
          <p:txBody>
            <a:bodyPr wrap="square" rtlCol="0">
              <a:spAutoFit/>
            </a:bodyPr>
            <a:lstStyle/>
            <a:p>
              <a:r>
                <a:rPr lang="en-DE" sz="1400" dirty="0"/>
                <a:t>Cloudplattformen</a:t>
              </a:r>
            </a:p>
          </p:txBody>
        </p:sp>
        <p:pic>
          <p:nvPicPr>
            <p:cNvPr id="30" name="Picture 29">
              <a:extLst>
                <a:ext uri="{FF2B5EF4-FFF2-40B4-BE49-F238E27FC236}">
                  <a16:creationId xmlns:a16="http://schemas.microsoft.com/office/drawing/2014/main" id="{B3E5BD46-03B4-1445-E198-8C8E0D6B0F4E}"/>
                </a:ext>
              </a:extLst>
            </p:cNvPr>
            <p:cNvPicPr>
              <a:picLocks noChangeAspect="1"/>
            </p:cNvPicPr>
            <p:nvPr/>
          </p:nvPicPr>
          <p:blipFill>
            <a:blip r:embed="rId11"/>
            <a:stretch>
              <a:fillRect/>
            </a:stretch>
          </p:blipFill>
          <p:spPr>
            <a:xfrm>
              <a:off x="8041025" y="1868095"/>
              <a:ext cx="2433916" cy="732127"/>
            </a:xfrm>
            <a:prstGeom prst="rect">
              <a:avLst/>
            </a:prstGeom>
          </p:spPr>
        </p:pic>
      </p:grpSp>
      <p:grpSp>
        <p:nvGrpSpPr>
          <p:cNvPr id="38" name="Group 37">
            <a:extLst>
              <a:ext uri="{FF2B5EF4-FFF2-40B4-BE49-F238E27FC236}">
                <a16:creationId xmlns:a16="http://schemas.microsoft.com/office/drawing/2014/main" id="{35798212-F9CC-04CC-2831-94E90E6841D4}"/>
              </a:ext>
            </a:extLst>
          </p:cNvPr>
          <p:cNvGrpSpPr/>
          <p:nvPr/>
        </p:nvGrpSpPr>
        <p:grpSpPr>
          <a:xfrm>
            <a:off x="551540" y="3520970"/>
            <a:ext cx="3724239" cy="1853911"/>
            <a:chOff x="551540" y="3520970"/>
            <a:chExt cx="3724239" cy="1853911"/>
          </a:xfrm>
        </p:grpSpPr>
        <p:pic>
          <p:nvPicPr>
            <p:cNvPr id="34" name="Picture 33">
              <a:extLst>
                <a:ext uri="{FF2B5EF4-FFF2-40B4-BE49-F238E27FC236}">
                  <a16:creationId xmlns:a16="http://schemas.microsoft.com/office/drawing/2014/main" id="{A06388E2-B06A-DC89-0D7D-ECF1D32BFCFF}"/>
                </a:ext>
              </a:extLst>
            </p:cNvPr>
            <p:cNvPicPr>
              <a:picLocks noChangeAspect="1"/>
            </p:cNvPicPr>
            <p:nvPr/>
          </p:nvPicPr>
          <p:blipFill>
            <a:blip r:embed="rId12"/>
            <a:stretch>
              <a:fillRect/>
            </a:stretch>
          </p:blipFill>
          <p:spPr>
            <a:xfrm>
              <a:off x="2205679" y="3900816"/>
              <a:ext cx="2070100" cy="508000"/>
            </a:xfrm>
            <a:prstGeom prst="rect">
              <a:avLst/>
            </a:prstGeom>
          </p:spPr>
        </p:pic>
        <p:sp>
          <p:nvSpPr>
            <p:cNvPr id="35" name="TextBox 34">
              <a:extLst>
                <a:ext uri="{FF2B5EF4-FFF2-40B4-BE49-F238E27FC236}">
                  <a16:creationId xmlns:a16="http://schemas.microsoft.com/office/drawing/2014/main" id="{F9DC5D59-64EE-B93E-2A37-495D38528D44}"/>
                </a:ext>
              </a:extLst>
            </p:cNvPr>
            <p:cNvSpPr txBox="1"/>
            <p:nvPr/>
          </p:nvSpPr>
          <p:spPr>
            <a:xfrm>
              <a:off x="551540" y="3520970"/>
              <a:ext cx="3646861" cy="523220"/>
            </a:xfrm>
            <a:prstGeom prst="rect">
              <a:avLst/>
            </a:prstGeom>
            <a:noFill/>
          </p:spPr>
          <p:txBody>
            <a:bodyPr wrap="square" rtlCol="0">
              <a:spAutoFit/>
            </a:bodyPr>
            <a:lstStyle/>
            <a:p>
              <a:r>
                <a:rPr lang="en-DE" sz="1400" dirty="0"/>
                <a:t>Web APIs und Authentifizierung und Verschlüsselung</a:t>
              </a:r>
            </a:p>
          </p:txBody>
        </p:sp>
        <p:pic>
          <p:nvPicPr>
            <p:cNvPr id="36" name="Picture 35">
              <a:extLst>
                <a:ext uri="{FF2B5EF4-FFF2-40B4-BE49-F238E27FC236}">
                  <a16:creationId xmlns:a16="http://schemas.microsoft.com/office/drawing/2014/main" id="{4ADF07DF-4DEF-613B-38C9-3F3ED17D7F6E}"/>
                </a:ext>
              </a:extLst>
            </p:cNvPr>
            <p:cNvPicPr>
              <a:picLocks noChangeAspect="1"/>
            </p:cNvPicPr>
            <p:nvPr/>
          </p:nvPicPr>
          <p:blipFill>
            <a:blip r:embed="rId13"/>
            <a:stretch>
              <a:fillRect/>
            </a:stretch>
          </p:blipFill>
          <p:spPr>
            <a:xfrm>
              <a:off x="898942" y="4194907"/>
              <a:ext cx="1166146" cy="1179974"/>
            </a:xfrm>
            <a:prstGeom prst="rect">
              <a:avLst/>
            </a:prstGeom>
          </p:spPr>
        </p:pic>
      </p:grpSp>
      <p:grpSp>
        <p:nvGrpSpPr>
          <p:cNvPr id="39" name="Group 38">
            <a:extLst>
              <a:ext uri="{FF2B5EF4-FFF2-40B4-BE49-F238E27FC236}">
                <a16:creationId xmlns:a16="http://schemas.microsoft.com/office/drawing/2014/main" id="{8097AE73-83BC-8AEA-A7F5-63E9BAC3C593}"/>
              </a:ext>
            </a:extLst>
          </p:cNvPr>
          <p:cNvGrpSpPr/>
          <p:nvPr/>
        </p:nvGrpSpPr>
        <p:grpSpPr>
          <a:xfrm>
            <a:off x="743021" y="5366892"/>
            <a:ext cx="3263900" cy="1355924"/>
            <a:chOff x="743021" y="5366892"/>
            <a:chExt cx="3263900" cy="1355924"/>
          </a:xfrm>
        </p:grpSpPr>
        <p:pic>
          <p:nvPicPr>
            <p:cNvPr id="33" name="Picture 32">
              <a:extLst>
                <a:ext uri="{FF2B5EF4-FFF2-40B4-BE49-F238E27FC236}">
                  <a16:creationId xmlns:a16="http://schemas.microsoft.com/office/drawing/2014/main" id="{641BB450-1554-A97E-6DD8-765065E42F5F}"/>
                </a:ext>
              </a:extLst>
            </p:cNvPr>
            <p:cNvPicPr>
              <a:picLocks noChangeAspect="1"/>
            </p:cNvPicPr>
            <p:nvPr/>
          </p:nvPicPr>
          <p:blipFill>
            <a:blip r:embed="rId14"/>
            <a:stretch>
              <a:fillRect/>
            </a:stretch>
          </p:blipFill>
          <p:spPr>
            <a:xfrm>
              <a:off x="743021" y="5694116"/>
              <a:ext cx="3263900" cy="1028700"/>
            </a:xfrm>
            <a:prstGeom prst="rect">
              <a:avLst/>
            </a:prstGeom>
          </p:spPr>
        </p:pic>
        <p:sp>
          <p:nvSpPr>
            <p:cNvPr id="37" name="TextBox 36">
              <a:extLst>
                <a:ext uri="{FF2B5EF4-FFF2-40B4-BE49-F238E27FC236}">
                  <a16:creationId xmlns:a16="http://schemas.microsoft.com/office/drawing/2014/main" id="{E79B4E0C-FEFB-4641-88C6-D32158C12A6D}"/>
                </a:ext>
              </a:extLst>
            </p:cNvPr>
            <p:cNvSpPr txBox="1"/>
            <p:nvPr/>
          </p:nvSpPr>
          <p:spPr>
            <a:xfrm>
              <a:off x="2228434" y="5366892"/>
              <a:ext cx="1539004" cy="307777"/>
            </a:xfrm>
            <a:prstGeom prst="rect">
              <a:avLst/>
            </a:prstGeom>
            <a:noFill/>
          </p:spPr>
          <p:txBody>
            <a:bodyPr wrap="square" rtlCol="0">
              <a:spAutoFit/>
            </a:bodyPr>
            <a:lstStyle/>
            <a:p>
              <a:r>
                <a:rPr lang="en-DE" sz="1400" dirty="0"/>
                <a:t>optional: Python</a:t>
              </a:r>
            </a:p>
          </p:txBody>
        </p:sp>
      </p:grpSp>
    </p:spTree>
    <p:extLst>
      <p:ext uri="{BB962C8B-B14F-4D97-AF65-F5344CB8AC3E}">
        <p14:creationId xmlns:p14="http://schemas.microsoft.com/office/powerpoint/2010/main" val="147653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D2162-9BB8-F23C-88FC-429FD33DCB54}"/>
              </a:ext>
            </a:extLst>
          </p:cNvPr>
          <p:cNvSpPr>
            <a:spLocks noGrp="1"/>
          </p:cNvSpPr>
          <p:nvPr>
            <p:ph type="title"/>
          </p:nvPr>
        </p:nvSpPr>
        <p:spPr/>
        <p:txBody>
          <a:bodyPr/>
          <a:lstStyle/>
          <a:p>
            <a:r>
              <a:rPr lang="en-US" dirty="0"/>
              <a:t>AI &amp; Machine Learning</a:t>
            </a:r>
          </a:p>
        </p:txBody>
      </p:sp>
      <p:sp>
        <p:nvSpPr>
          <p:cNvPr id="4" name="Slide Number Placeholder 3">
            <a:extLst>
              <a:ext uri="{FF2B5EF4-FFF2-40B4-BE49-F238E27FC236}">
                <a16:creationId xmlns:a16="http://schemas.microsoft.com/office/drawing/2014/main" id="{99C22D09-F8D2-300E-AD5E-8057D8C47B8D}"/>
              </a:ext>
            </a:extLst>
          </p:cNvPr>
          <p:cNvSpPr>
            <a:spLocks noGrp="1"/>
          </p:cNvSpPr>
          <p:nvPr>
            <p:ph type="sldNum" sz="quarter" idx="12"/>
          </p:nvPr>
        </p:nvSpPr>
        <p:spPr/>
        <p:txBody>
          <a:bodyPr/>
          <a:lstStyle/>
          <a:p>
            <a:pPr>
              <a:defRPr/>
            </a:pPr>
            <a:fld id="{B412CF81-FBD2-4988-8D72-9A03E2875460}" type="slidenum">
              <a:rPr lang="de-DE" smtClean="0"/>
              <a:pPr>
                <a:defRPr/>
              </a:pPr>
              <a:t>15</a:t>
            </a:fld>
            <a:endParaRPr lang="de-DE"/>
          </a:p>
        </p:txBody>
      </p:sp>
      <p:pic>
        <p:nvPicPr>
          <p:cNvPr id="18" name="Picture 17">
            <a:extLst>
              <a:ext uri="{FF2B5EF4-FFF2-40B4-BE49-F238E27FC236}">
                <a16:creationId xmlns:a16="http://schemas.microsoft.com/office/drawing/2014/main" id="{97037897-9A70-7F00-8EF2-0F9DFEFE44AA}"/>
              </a:ext>
            </a:extLst>
          </p:cNvPr>
          <p:cNvPicPr>
            <a:picLocks noChangeAspect="1"/>
          </p:cNvPicPr>
          <p:nvPr/>
        </p:nvPicPr>
        <p:blipFill>
          <a:blip r:embed="rId2"/>
          <a:stretch>
            <a:fillRect/>
          </a:stretch>
        </p:blipFill>
        <p:spPr>
          <a:xfrm>
            <a:off x="625527" y="1196089"/>
            <a:ext cx="3910490" cy="2734980"/>
          </a:xfrm>
          <a:prstGeom prst="rect">
            <a:avLst/>
          </a:prstGeom>
        </p:spPr>
      </p:pic>
      <p:pic>
        <p:nvPicPr>
          <p:cNvPr id="19" name="Picture 18">
            <a:extLst>
              <a:ext uri="{FF2B5EF4-FFF2-40B4-BE49-F238E27FC236}">
                <a16:creationId xmlns:a16="http://schemas.microsoft.com/office/drawing/2014/main" id="{DF916782-AB33-5EB9-FAEA-9B62C67BDF92}"/>
              </a:ext>
            </a:extLst>
          </p:cNvPr>
          <p:cNvPicPr>
            <a:picLocks noChangeAspect="1"/>
          </p:cNvPicPr>
          <p:nvPr/>
        </p:nvPicPr>
        <p:blipFill>
          <a:blip r:embed="rId3"/>
          <a:stretch>
            <a:fillRect/>
          </a:stretch>
        </p:blipFill>
        <p:spPr>
          <a:xfrm>
            <a:off x="7655985" y="2250292"/>
            <a:ext cx="4230367" cy="2639340"/>
          </a:xfrm>
          <a:prstGeom prst="rect">
            <a:avLst/>
          </a:prstGeom>
        </p:spPr>
      </p:pic>
      <p:pic>
        <p:nvPicPr>
          <p:cNvPr id="20" name="Picture 19">
            <a:extLst>
              <a:ext uri="{FF2B5EF4-FFF2-40B4-BE49-F238E27FC236}">
                <a16:creationId xmlns:a16="http://schemas.microsoft.com/office/drawing/2014/main" id="{B3B2FB36-976C-F007-B74C-FF284338BD20}"/>
              </a:ext>
            </a:extLst>
          </p:cNvPr>
          <p:cNvPicPr>
            <a:picLocks noChangeAspect="1"/>
          </p:cNvPicPr>
          <p:nvPr/>
        </p:nvPicPr>
        <p:blipFill>
          <a:blip r:embed="rId4"/>
          <a:stretch>
            <a:fillRect/>
          </a:stretch>
        </p:blipFill>
        <p:spPr>
          <a:xfrm>
            <a:off x="1264145" y="3931069"/>
            <a:ext cx="3497860" cy="2802234"/>
          </a:xfrm>
          <a:prstGeom prst="rect">
            <a:avLst/>
          </a:prstGeom>
        </p:spPr>
      </p:pic>
      <p:pic>
        <p:nvPicPr>
          <p:cNvPr id="21" name="Picture 20">
            <a:extLst>
              <a:ext uri="{FF2B5EF4-FFF2-40B4-BE49-F238E27FC236}">
                <a16:creationId xmlns:a16="http://schemas.microsoft.com/office/drawing/2014/main" id="{09E87528-56B3-D343-DE5B-BAEB74DC4391}"/>
              </a:ext>
            </a:extLst>
          </p:cNvPr>
          <p:cNvPicPr>
            <a:picLocks noChangeAspect="1"/>
          </p:cNvPicPr>
          <p:nvPr/>
        </p:nvPicPr>
        <p:blipFill>
          <a:blip r:embed="rId5"/>
          <a:stretch>
            <a:fillRect/>
          </a:stretch>
        </p:blipFill>
        <p:spPr>
          <a:xfrm>
            <a:off x="4938168" y="2250292"/>
            <a:ext cx="2491829" cy="3699164"/>
          </a:xfrm>
          <a:prstGeom prst="rect">
            <a:avLst/>
          </a:prstGeom>
        </p:spPr>
      </p:pic>
    </p:spTree>
    <p:extLst>
      <p:ext uri="{BB962C8B-B14F-4D97-AF65-F5344CB8AC3E}">
        <p14:creationId xmlns:p14="http://schemas.microsoft.com/office/powerpoint/2010/main" val="2712857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D5221-0160-6C4F-D994-8E19A4A336D4}"/>
              </a:ext>
            </a:extLst>
          </p:cNvPr>
          <p:cNvSpPr>
            <a:spLocks noGrp="1"/>
          </p:cNvSpPr>
          <p:nvPr>
            <p:ph type="title"/>
          </p:nvPr>
        </p:nvSpPr>
        <p:spPr/>
        <p:txBody>
          <a:bodyPr/>
          <a:lstStyle/>
          <a:p>
            <a:r>
              <a:rPr lang="de-DE"/>
              <a:t>Sicherheit und Sicherheitsmanagement für moderne Anwendungen und Unternehmen</a:t>
            </a:r>
            <a:endParaRPr lang="en-US"/>
          </a:p>
        </p:txBody>
      </p:sp>
      <p:sp>
        <p:nvSpPr>
          <p:cNvPr id="4" name="Slide Number Placeholder 3">
            <a:extLst>
              <a:ext uri="{FF2B5EF4-FFF2-40B4-BE49-F238E27FC236}">
                <a16:creationId xmlns:a16="http://schemas.microsoft.com/office/drawing/2014/main" id="{615385D4-21D0-785F-5504-9DDAB995A150}"/>
              </a:ext>
            </a:extLst>
          </p:cNvPr>
          <p:cNvSpPr>
            <a:spLocks noGrp="1"/>
          </p:cNvSpPr>
          <p:nvPr>
            <p:ph type="sldNum" sz="quarter" idx="12"/>
          </p:nvPr>
        </p:nvSpPr>
        <p:spPr/>
        <p:txBody>
          <a:bodyPr/>
          <a:lstStyle/>
          <a:p>
            <a:pPr>
              <a:defRPr/>
            </a:pPr>
            <a:fld id="{B412CF81-FBD2-4988-8D72-9A03E2875460}" type="slidenum">
              <a:rPr lang="de-DE" smtClean="0"/>
              <a:pPr>
                <a:defRPr/>
              </a:pPr>
              <a:t>16</a:t>
            </a:fld>
            <a:endParaRPr lang="de-DE"/>
          </a:p>
        </p:txBody>
      </p:sp>
      <p:grpSp>
        <p:nvGrpSpPr>
          <p:cNvPr id="16" name="Group 15">
            <a:extLst>
              <a:ext uri="{FF2B5EF4-FFF2-40B4-BE49-F238E27FC236}">
                <a16:creationId xmlns:a16="http://schemas.microsoft.com/office/drawing/2014/main" id="{DA69DEE6-0F0A-0ED0-9338-C21BAD0302DE}"/>
              </a:ext>
            </a:extLst>
          </p:cNvPr>
          <p:cNvGrpSpPr/>
          <p:nvPr/>
        </p:nvGrpSpPr>
        <p:grpSpPr>
          <a:xfrm>
            <a:off x="2811468" y="1312377"/>
            <a:ext cx="2946176" cy="1884979"/>
            <a:chOff x="1389027" y="1340621"/>
            <a:chExt cx="2946176" cy="1884979"/>
          </a:xfrm>
        </p:grpSpPr>
        <p:pic>
          <p:nvPicPr>
            <p:cNvPr id="6" name="Picture 5">
              <a:extLst>
                <a:ext uri="{FF2B5EF4-FFF2-40B4-BE49-F238E27FC236}">
                  <a16:creationId xmlns:a16="http://schemas.microsoft.com/office/drawing/2014/main" id="{6E860BBC-FB1E-FE72-8B76-6379CCBD13CB}"/>
                </a:ext>
              </a:extLst>
            </p:cNvPr>
            <p:cNvPicPr>
              <a:picLocks noChangeAspect="1"/>
            </p:cNvPicPr>
            <p:nvPr/>
          </p:nvPicPr>
          <p:blipFill>
            <a:blip r:embed="rId2"/>
            <a:stretch>
              <a:fillRect/>
            </a:stretch>
          </p:blipFill>
          <p:spPr>
            <a:xfrm>
              <a:off x="1389027" y="1632071"/>
              <a:ext cx="2946176" cy="1593529"/>
            </a:xfrm>
            <a:prstGeom prst="rect">
              <a:avLst/>
            </a:prstGeom>
          </p:spPr>
        </p:pic>
        <p:sp>
          <p:nvSpPr>
            <p:cNvPr id="9" name="TextBox 8">
              <a:extLst>
                <a:ext uri="{FF2B5EF4-FFF2-40B4-BE49-F238E27FC236}">
                  <a16:creationId xmlns:a16="http://schemas.microsoft.com/office/drawing/2014/main" id="{A435EB58-0134-1EA9-A3D1-7B4417287A57}"/>
                </a:ext>
              </a:extLst>
            </p:cNvPr>
            <p:cNvSpPr txBox="1"/>
            <p:nvPr/>
          </p:nvSpPr>
          <p:spPr>
            <a:xfrm>
              <a:off x="2196000" y="1340621"/>
              <a:ext cx="1656000" cy="246221"/>
            </a:xfrm>
            <a:prstGeom prst="rect">
              <a:avLst/>
            </a:prstGeom>
            <a:noFill/>
          </p:spPr>
          <p:txBody>
            <a:bodyPr wrap="square" rtlCol="0">
              <a:spAutoFit/>
            </a:bodyPr>
            <a:lstStyle/>
            <a:p>
              <a:r>
                <a:rPr lang="en-US" sz="1000"/>
                <a:t>Security Models</a:t>
              </a:r>
            </a:p>
          </p:txBody>
        </p:sp>
      </p:grpSp>
      <p:grpSp>
        <p:nvGrpSpPr>
          <p:cNvPr id="17" name="Group 16">
            <a:extLst>
              <a:ext uri="{FF2B5EF4-FFF2-40B4-BE49-F238E27FC236}">
                <a16:creationId xmlns:a16="http://schemas.microsoft.com/office/drawing/2014/main" id="{DF4172B0-AF09-638C-2D85-F740E1B05E63}"/>
              </a:ext>
            </a:extLst>
          </p:cNvPr>
          <p:cNvGrpSpPr/>
          <p:nvPr/>
        </p:nvGrpSpPr>
        <p:grpSpPr>
          <a:xfrm>
            <a:off x="5823444" y="1220561"/>
            <a:ext cx="2946177" cy="2086706"/>
            <a:chOff x="5393825" y="1248326"/>
            <a:chExt cx="2946177" cy="2086706"/>
          </a:xfrm>
        </p:grpSpPr>
        <p:pic>
          <p:nvPicPr>
            <p:cNvPr id="8" name="Picture 7">
              <a:extLst>
                <a:ext uri="{FF2B5EF4-FFF2-40B4-BE49-F238E27FC236}">
                  <a16:creationId xmlns:a16="http://schemas.microsoft.com/office/drawing/2014/main" id="{CDEBB42A-F393-6B16-2F7D-25E66A38D5D7}"/>
                </a:ext>
              </a:extLst>
            </p:cNvPr>
            <p:cNvPicPr>
              <a:picLocks noChangeAspect="1"/>
            </p:cNvPicPr>
            <p:nvPr/>
          </p:nvPicPr>
          <p:blipFill>
            <a:blip r:embed="rId3"/>
            <a:stretch>
              <a:fillRect/>
            </a:stretch>
          </p:blipFill>
          <p:spPr>
            <a:xfrm>
              <a:off x="5393825" y="1522637"/>
              <a:ext cx="2946177" cy="1812395"/>
            </a:xfrm>
            <a:prstGeom prst="rect">
              <a:avLst/>
            </a:prstGeom>
          </p:spPr>
        </p:pic>
        <p:sp>
          <p:nvSpPr>
            <p:cNvPr id="10" name="TextBox 9">
              <a:extLst>
                <a:ext uri="{FF2B5EF4-FFF2-40B4-BE49-F238E27FC236}">
                  <a16:creationId xmlns:a16="http://schemas.microsoft.com/office/drawing/2014/main" id="{FB67D17C-0793-1043-206A-95C963FAE8BC}"/>
                </a:ext>
              </a:extLst>
            </p:cNvPr>
            <p:cNvSpPr txBox="1"/>
            <p:nvPr/>
          </p:nvSpPr>
          <p:spPr>
            <a:xfrm>
              <a:off x="5727033" y="1248326"/>
              <a:ext cx="2462575" cy="246221"/>
            </a:xfrm>
            <a:prstGeom prst="rect">
              <a:avLst/>
            </a:prstGeom>
            <a:noFill/>
          </p:spPr>
          <p:txBody>
            <a:bodyPr wrap="square" rtlCol="0">
              <a:spAutoFit/>
            </a:bodyPr>
            <a:lstStyle/>
            <a:p>
              <a:r>
                <a:rPr lang="en-US" sz="1000"/>
                <a:t>Security </a:t>
              </a:r>
              <a:r>
                <a:rPr lang="en-US" sz="1000" err="1"/>
                <a:t>Organisation</a:t>
              </a:r>
              <a:r>
                <a:rPr lang="en-US" sz="1000"/>
                <a:t> in companies</a:t>
              </a:r>
            </a:p>
          </p:txBody>
        </p:sp>
      </p:grpSp>
      <p:grpSp>
        <p:nvGrpSpPr>
          <p:cNvPr id="18" name="Group 17">
            <a:extLst>
              <a:ext uri="{FF2B5EF4-FFF2-40B4-BE49-F238E27FC236}">
                <a16:creationId xmlns:a16="http://schemas.microsoft.com/office/drawing/2014/main" id="{5DAC906F-1DB4-4B57-54C5-56F86E2BB097}"/>
              </a:ext>
            </a:extLst>
          </p:cNvPr>
          <p:cNvGrpSpPr/>
          <p:nvPr/>
        </p:nvGrpSpPr>
        <p:grpSpPr>
          <a:xfrm>
            <a:off x="8901221" y="1182621"/>
            <a:ext cx="2393009" cy="2829479"/>
            <a:chOff x="8901221" y="1182621"/>
            <a:chExt cx="2393009" cy="2829479"/>
          </a:xfrm>
        </p:grpSpPr>
        <p:pic>
          <p:nvPicPr>
            <p:cNvPr id="12" name="Picture 11">
              <a:extLst>
                <a:ext uri="{FF2B5EF4-FFF2-40B4-BE49-F238E27FC236}">
                  <a16:creationId xmlns:a16="http://schemas.microsoft.com/office/drawing/2014/main" id="{BB79E1FC-055D-5EBE-E62F-887646821234}"/>
                </a:ext>
              </a:extLst>
            </p:cNvPr>
            <p:cNvPicPr>
              <a:picLocks noChangeAspect="1"/>
            </p:cNvPicPr>
            <p:nvPr/>
          </p:nvPicPr>
          <p:blipFill>
            <a:blip r:embed="rId4"/>
            <a:stretch>
              <a:fillRect/>
            </a:stretch>
          </p:blipFill>
          <p:spPr>
            <a:xfrm>
              <a:off x="8901221" y="1522637"/>
              <a:ext cx="2393009" cy="1037384"/>
            </a:xfrm>
            <a:prstGeom prst="rect">
              <a:avLst/>
            </a:prstGeom>
          </p:spPr>
        </p:pic>
        <p:pic>
          <p:nvPicPr>
            <p:cNvPr id="14" name="Picture 13">
              <a:extLst>
                <a:ext uri="{FF2B5EF4-FFF2-40B4-BE49-F238E27FC236}">
                  <a16:creationId xmlns:a16="http://schemas.microsoft.com/office/drawing/2014/main" id="{17E1B02D-55EB-2516-6C84-53B5035E8AE1}"/>
                </a:ext>
              </a:extLst>
            </p:cNvPr>
            <p:cNvPicPr>
              <a:picLocks noChangeAspect="1"/>
            </p:cNvPicPr>
            <p:nvPr/>
          </p:nvPicPr>
          <p:blipFill>
            <a:blip r:embed="rId5"/>
            <a:stretch>
              <a:fillRect/>
            </a:stretch>
          </p:blipFill>
          <p:spPr>
            <a:xfrm>
              <a:off x="9095595" y="2657963"/>
              <a:ext cx="2162675" cy="1354137"/>
            </a:xfrm>
            <a:prstGeom prst="rect">
              <a:avLst/>
            </a:prstGeom>
          </p:spPr>
        </p:pic>
        <p:sp>
          <p:nvSpPr>
            <p:cNvPr id="15" name="TextBox 14">
              <a:extLst>
                <a:ext uri="{FF2B5EF4-FFF2-40B4-BE49-F238E27FC236}">
                  <a16:creationId xmlns:a16="http://schemas.microsoft.com/office/drawing/2014/main" id="{65CADD9D-3F40-2727-344F-18343720AD49}"/>
                </a:ext>
              </a:extLst>
            </p:cNvPr>
            <p:cNvSpPr txBox="1"/>
            <p:nvPr/>
          </p:nvSpPr>
          <p:spPr>
            <a:xfrm>
              <a:off x="9819242" y="1182621"/>
              <a:ext cx="1001400" cy="246221"/>
            </a:xfrm>
            <a:prstGeom prst="rect">
              <a:avLst/>
            </a:prstGeom>
            <a:noFill/>
          </p:spPr>
          <p:txBody>
            <a:bodyPr wrap="square" rtlCol="0">
              <a:spAutoFit/>
            </a:bodyPr>
            <a:lstStyle/>
            <a:p>
              <a:r>
                <a:rPr lang="en-US" sz="1000"/>
                <a:t>Standards</a:t>
              </a:r>
            </a:p>
          </p:txBody>
        </p:sp>
      </p:grpSp>
      <p:grpSp>
        <p:nvGrpSpPr>
          <p:cNvPr id="28" name="Group 27">
            <a:extLst>
              <a:ext uri="{FF2B5EF4-FFF2-40B4-BE49-F238E27FC236}">
                <a16:creationId xmlns:a16="http://schemas.microsoft.com/office/drawing/2014/main" id="{61512692-7B1A-3A9A-3C3F-9A420653EAD6}"/>
              </a:ext>
            </a:extLst>
          </p:cNvPr>
          <p:cNvGrpSpPr/>
          <p:nvPr/>
        </p:nvGrpSpPr>
        <p:grpSpPr>
          <a:xfrm>
            <a:off x="5527357" y="4055760"/>
            <a:ext cx="3073059" cy="2166094"/>
            <a:chOff x="1574557" y="4024649"/>
            <a:chExt cx="3073059" cy="2166094"/>
          </a:xfrm>
        </p:grpSpPr>
        <p:pic>
          <p:nvPicPr>
            <p:cNvPr id="22" name="Picture 21">
              <a:extLst>
                <a:ext uri="{FF2B5EF4-FFF2-40B4-BE49-F238E27FC236}">
                  <a16:creationId xmlns:a16="http://schemas.microsoft.com/office/drawing/2014/main" id="{C52DAB33-02BA-C8A7-36CB-C21BAB3EF5FE}"/>
                </a:ext>
              </a:extLst>
            </p:cNvPr>
            <p:cNvPicPr>
              <a:picLocks noChangeAspect="1"/>
            </p:cNvPicPr>
            <p:nvPr/>
          </p:nvPicPr>
          <p:blipFill>
            <a:blip r:embed="rId6"/>
            <a:stretch>
              <a:fillRect/>
            </a:stretch>
          </p:blipFill>
          <p:spPr>
            <a:xfrm>
              <a:off x="1574557" y="4388852"/>
              <a:ext cx="3073059" cy="1801891"/>
            </a:xfrm>
            <a:prstGeom prst="rect">
              <a:avLst/>
            </a:prstGeom>
          </p:spPr>
        </p:pic>
        <p:sp>
          <p:nvSpPr>
            <p:cNvPr id="23" name="TextBox 22">
              <a:extLst>
                <a:ext uri="{FF2B5EF4-FFF2-40B4-BE49-F238E27FC236}">
                  <a16:creationId xmlns:a16="http://schemas.microsoft.com/office/drawing/2014/main" id="{EB35F2C5-4B07-F3DA-425C-96578D572E16}"/>
                </a:ext>
              </a:extLst>
            </p:cNvPr>
            <p:cNvSpPr txBox="1"/>
            <p:nvPr/>
          </p:nvSpPr>
          <p:spPr>
            <a:xfrm>
              <a:off x="2196000" y="4024649"/>
              <a:ext cx="1972403" cy="246221"/>
            </a:xfrm>
            <a:prstGeom prst="rect">
              <a:avLst/>
            </a:prstGeom>
            <a:noFill/>
          </p:spPr>
          <p:txBody>
            <a:bodyPr wrap="square" rtlCol="0">
              <a:spAutoFit/>
            </a:bodyPr>
            <a:lstStyle/>
            <a:p>
              <a:r>
                <a:rPr lang="en-US" sz="1000"/>
                <a:t>Authentication Mechanisms</a:t>
              </a:r>
            </a:p>
          </p:txBody>
        </p:sp>
      </p:grpSp>
      <p:grpSp>
        <p:nvGrpSpPr>
          <p:cNvPr id="27" name="Group 26">
            <a:extLst>
              <a:ext uri="{FF2B5EF4-FFF2-40B4-BE49-F238E27FC236}">
                <a16:creationId xmlns:a16="http://schemas.microsoft.com/office/drawing/2014/main" id="{4E34ECD9-8419-966B-64DB-FC3206D93457}"/>
              </a:ext>
            </a:extLst>
          </p:cNvPr>
          <p:cNvGrpSpPr/>
          <p:nvPr/>
        </p:nvGrpSpPr>
        <p:grpSpPr>
          <a:xfrm>
            <a:off x="8545350" y="4105026"/>
            <a:ext cx="3549184" cy="2296626"/>
            <a:chOff x="4918016" y="4012100"/>
            <a:chExt cx="3549184" cy="2296626"/>
          </a:xfrm>
        </p:grpSpPr>
        <p:pic>
          <p:nvPicPr>
            <p:cNvPr id="20" name="Picture 19">
              <a:extLst>
                <a:ext uri="{FF2B5EF4-FFF2-40B4-BE49-F238E27FC236}">
                  <a16:creationId xmlns:a16="http://schemas.microsoft.com/office/drawing/2014/main" id="{8FD49284-E38C-AC74-5F2B-5C6A6ABE463E}"/>
                </a:ext>
              </a:extLst>
            </p:cNvPr>
            <p:cNvPicPr>
              <a:picLocks noChangeAspect="1"/>
            </p:cNvPicPr>
            <p:nvPr/>
          </p:nvPicPr>
          <p:blipFill>
            <a:blip r:embed="rId7"/>
            <a:stretch>
              <a:fillRect/>
            </a:stretch>
          </p:blipFill>
          <p:spPr>
            <a:xfrm>
              <a:off x="4918016" y="4270870"/>
              <a:ext cx="3549184" cy="2037856"/>
            </a:xfrm>
            <a:prstGeom prst="rect">
              <a:avLst/>
            </a:prstGeom>
          </p:spPr>
        </p:pic>
        <p:sp>
          <p:nvSpPr>
            <p:cNvPr id="24" name="TextBox 23">
              <a:extLst>
                <a:ext uri="{FF2B5EF4-FFF2-40B4-BE49-F238E27FC236}">
                  <a16:creationId xmlns:a16="http://schemas.microsoft.com/office/drawing/2014/main" id="{52829573-D803-4D46-626E-D94705F032B4}"/>
                </a:ext>
              </a:extLst>
            </p:cNvPr>
            <p:cNvSpPr txBox="1"/>
            <p:nvPr/>
          </p:nvSpPr>
          <p:spPr>
            <a:xfrm>
              <a:off x="5880711" y="4012100"/>
              <a:ext cx="1972403" cy="246221"/>
            </a:xfrm>
            <a:prstGeom prst="rect">
              <a:avLst/>
            </a:prstGeom>
            <a:noFill/>
          </p:spPr>
          <p:txBody>
            <a:bodyPr wrap="square" rtlCol="0">
              <a:spAutoFit/>
            </a:bodyPr>
            <a:lstStyle/>
            <a:p>
              <a:r>
                <a:rPr lang="en-US" sz="1000"/>
                <a:t>Authorization Mechanisms</a:t>
              </a:r>
            </a:p>
          </p:txBody>
        </p:sp>
      </p:grpSp>
      <p:grpSp>
        <p:nvGrpSpPr>
          <p:cNvPr id="30" name="Group 29">
            <a:extLst>
              <a:ext uri="{FF2B5EF4-FFF2-40B4-BE49-F238E27FC236}">
                <a16:creationId xmlns:a16="http://schemas.microsoft.com/office/drawing/2014/main" id="{58416EF6-E0E7-9824-C8F7-9A77E78A268F}"/>
              </a:ext>
            </a:extLst>
          </p:cNvPr>
          <p:cNvGrpSpPr/>
          <p:nvPr/>
        </p:nvGrpSpPr>
        <p:grpSpPr>
          <a:xfrm>
            <a:off x="1804715" y="5128916"/>
            <a:ext cx="2977847" cy="1516721"/>
            <a:chOff x="2076439" y="4705133"/>
            <a:chExt cx="2977847" cy="1516721"/>
          </a:xfrm>
        </p:grpSpPr>
        <p:pic>
          <p:nvPicPr>
            <p:cNvPr id="26" name="Picture 25">
              <a:extLst>
                <a:ext uri="{FF2B5EF4-FFF2-40B4-BE49-F238E27FC236}">
                  <a16:creationId xmlns:a16="http://schemas.microsoft.com/office/drawing/2014/main" id="{26F59073-4323-6E23-7A95-D15AA6E8CCA3}"/>
                </a:ext>
              </a:extLst>
            </p:cNvPr>
            <p:cNvPicPr>
              <a:picLocks noChangeAspect="1"/>
            </p:cNvPicPr>
            <p:nvPr/>
          </p:nvPicPr>
          <p:blipFill>
            <a:blip r:embed="rId8"/>
            <a:stretch>
              <a:fillRect/>
            </a:stretch>
          </p:blipFill>
          <p:spPr>
            <a:xfrm>
              <a:off x="2076439" y="4867717"/>
              <a:ext cx="2977847" cy="1354137"/>
            </a:xfrm>
            <a:prstGeom prst="rect">
              <a:avLst/>
            </a:prstGeom>
          </p:spPr>
        </p:pic>
        <p:sp>
          <p:nvSpPr>
            <p:cNvPr id="29" name="TextBox 28">
              <a:extLst>
                <a:ext uri="{FF2B5EF4-FFF2-40B4-BE49-F238E27FC236}">
                  <a16:creationId xmlns:a16="http://schemas.microsoft.com/office/drawing/2014/main" id="{73661072-C560-9102-F3DD-C383DEB1730A}"/>
                </a:ext>
              </a:extLst>
            </p:cNvPr>
            <p:cNvSpPr txBox="1"/>
            <p:nvPr/>
          </p:nvSpPr>
          <p:spPr>
            <a:xfrm>
              <a:off x="2907935" y="4705133"/>
              <a:ext cx="1972403" cy="246221"/>
            </a:xfrm>
            <a:prstGeom prst="rect">
              <a:avLst/>
            </a:prstGeom>
            <a:noFill/>
          </p:spPr>
          <p:txBody>
            <a:bodyPr wrap="square" rtlCol="0">
              <a:spAutoFit/>
            </a:bodyPr>
            <a:lstStyle/>
            <a:p>
              <a:r>
                <a:rPr lang="en-US" sz="1000" err="1"/>
                <a:t>Kryptographie</a:t>
              </a:r>
              <a:endParaRPr lang="en-US" sz="1000"/>
            </a:p>
          </p:txBody>
        </p:sp>
      </p:grpSp>
      <p:grpSp>
        <p:nvGrpSpPr>
          <p:cNvPr id="34" name="Group 33">
            <a:extLst>
              <a:ext uri="{FF2B5EF4-FFF2-40B4-BE49-F238E27FC236}">
                <a16:creationId xmlns:a16="http://schemas.microsoft.com/office/drawing/2014/main" id="{9DCAB355-3B2A-EE75-F046-3671C50B4C42}"/>
              </a:ext>
            </a:extLst>
          </p:cNvPr>
          <p:cNvGrpSpPr/>
          <p:nvPr/>
        </p:nvGrpSpPr>
        <p:grpSpPr>
          <a:xfrm>
            <a:off x="538768" y="2801052"/>
            <a:ext cx="3645884" cy="2327864"/>
            <a:chOff x="538768" y="2801052"/>
            <a:chExt cx="3645884" cy="2327864"/>
          </a:xfrm>
        </p:grpSpPr>
        <p:pic>
          <p:nvPicPr>
            <p:cNvPr id="32" name="Picture 31">
              <a:extLst>
                <a:ext uri="{FF2B5EF4-FFF2-40B4-BE49-F238E27FC236}">
                  <a16:creationId xmlns:a16="http://schemas.microsoft.com/office/drawing/2014/main" id="{FA0D3728-AE84-A88E-822D-7EB488569CCB}"/>
                </a:ext>
              </a:extLst>
            </p:cNvPr>
            <p:cNvPicPr>
              <a:picLocks noChangeAspect="1"/>
            </p:cNvPicPr>
            <p:nvPr/>
          </p:nvPicPr>
          <p:blipFill>
            <a:blip r:embed="rId9">
              <a:clrChange>
                <a:clrFrom>
                  <a:srgbClr val="FFFFFF"/>
                </a:clrFrom>
                <a:clrTo>
                  <a:srgbClr val="FFFFFF">
                    <a:alpha val="0"/>
                  </a:srgbClr>
                </a:clrTo>
              </a:clrChange>
            </a:blip>
            <a:stretch>
              <a:fillRect/>
            </a:stretch>
          </p:blipFill>
          <p:spPr>
            <a:xfrm>
              <a:off x="538768" y="3128565"/>
              <a:ext cx="3645884" cy="2000351"/>
            </a:xfrm>
            <a:prstGeom prst="rect">
              <a:avLst/>
            </a:prstGeom>
          </p:spPr>
        </p:pic>
        <p:sp>
          <p:nvSpPr>
            <p:cNvPr id="33" name="TextBox 32">
              <a:extLst>
                <a:ext uri="{FF2B5EF4-FFF2-40B4-BE49-F238E27FC236}">
                  <a16:creationId xmlns:a16="http://schemas.microsoft.com/office/drawing/2014/main" id="{DE4F1B86-3B4C-1C87-8A42-89396CE5F119}"/>
                </a:ext>
              </a:extLst>
            </p:cNvPr>
            <p:cNvSpPr txBox="1"/>
            <p:nvPr/>
          </p:nvSpPr>
          <p:spPr>
            <a:xfrm>
              <a:off x="1118211" y="2801052"/>
              <a:ext cx="1972403" cy="246221"/>
            </a:xfrm>
            <a:prstGeom prst="rect">
              <a:avLst/>
            </a:prstGeom>
            <a:noFill/>
          </p:spPr>
          <p:txBody>
            <a:bodyPr wrap="square" rtlCol="0">
              <a:spAutoFit/>
            </a:bodyPr>
            <a:lstStyle/>
            <a:p>
              <a:r>
                <a:rPr lang="en-US" sz="1000"/>
                <a:t>Cloud Security</a:t>
              </a:r>
            </a:p>
          </p:txBody>
        </p:sp>
      </p:grpSp>
    </p:spTree>
    <p:extLst>
      <p:ext uri="{BB962C8B-B14F-4D97-AF65-F5344CB8AC3E}">
        <p14:creationId xmlns:p14="http://schemas.microsoft.com/office/powerpoint/2010/main" val="210099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3E4D1-2D3B-E443-761B-B0A2E69FE691}"/>
              </a:ext>
            </a:extLst>
          </p:cNvPr>
          <p:cNvSpPr>
            <a:spLocks noGrp="1"/>
          </p:cNvSpPr>
          <p:nvPr>
            <p:ph type="title"/>
          </p:nvPr>
        </p:nvSpPr>
        <p:spPr>
          <a:xfrm>
            <a:off x="348497" y="395289"/>
            <a:ext cx="7667320" cy="1354137"/>
          </a:xfrm>
        </p:spPr>
        <p:txBody>
          <a:bodyPr/>
          <a:lstStyle/>
          <a:p>
            <a:r>
              <a:rPr lang="en-US" dirty="0"/>
              <a:t>Embedded Systems, </a:t>
            </a:r>
            <a:r>
              <a:rPr lang="en-US" dirty="0" err="1"/>
              <a:t>Cyberphysical</a:t>
            </a:r>
            <a:r>
              <a:rPr lang="en-US" dirty="0"/>
              <a:t> Systems, Internet of Things</a:t>
            </a:r>
          </a:p>
        </p:txBody>
      </p:sp>
      <p:sp>
        <p:nvSpPr>
          <p:cNvPr id="4" name="Slide Number Placeholder 3">
            <a:extLst>
              <a:ext uri="{FF2B5EF4-FFF2-40B4-BE49-F238E27FC236}">
                <a16:creationId xmlns:a16="http://schemas.microsoft.com/office/drawing/2014/main" id="{BA4B920F-AC31-EE97-299C-0EE02F7E368A}"/>
              </a:ext>
            </a:extLst>
          </p:cNvPr>
          <p:cNvSpPr>
            <a:spLocks noGrp="1"/>
          </p:cNvSpPr>
          <p:nvPr>
            <p:ph type="sldNum" sz="quarter" idx="12"/>
          </p:nvPr>
        </p:nvSpPr>
        <p:spPr/>
        <p:txBody>
          <a:bodyPr/>
          <a:lstStyle/>
          <a:p>
            <a:pPr>
              <a:defRPr/>
            </a:pPr>
            <a:fld id="{B412CF81-FBD2-4988-8D72-9A03E2875460}" type="slidenum">
              <a:rPr lang="de-DE" smtClean="0"/>
              <a:pPr>
                <a:defRPr/>
              </a:pPr>
              <a:t>17</a:t>
            </a:fld>
            <a:endParaRPr lang="de-DE"/>
          </a:p>
        </p:txBody>
      </p:sp>
      <p:grpSp>
        <p:nvGrpSpPr>
          <p:cNvPr id="29" name="Group 28">
            <a:extLst>
              <a:ext uri="{FF2B5EF4-FFF2-40B4-BE49-F238E27FC236}">
                <a16:creationId xmlns:a16="http://schemas.microsoft.com/office/drawing/2014/main" id="{151996AA-7458-D425-4A09-AEB73C869BA6}"/>
              </a:ext>
            </a:extLst>
          </p:cNvPr>
          <p:cNvGrpSpPr/>
          <p:nvPr/>
        </p:nvGrpSpPr>
        <p:grpSpPr>
          <a:xfrm>
            <a:off x="4575792" y="1411005"/>
            <a:ext cx="3626208" cy="2070377"/>
            <a:chOff x="4575792" y="1411005"/>
            <a:chExt cx="3626208" cy="2070377"/>
          </a:xfrm>
        </p:grpSpPr>
        <p:pic>
          <p:nvPicPr>
            <p:cNvPr id="9" name="Picture 8">
              <a:extLst>
                <a:ext uri="{FF2B5EF4-FFF2-40B4-BE49-F238E27FC236}">
                  <a16:creationId xmlns:a16="http://schemas.microsoft.com/office/drawing/2014/main" id="{FE43CC51-9BD2-B92B-D9B8-D1B7C81A90DA}"/>
                </a:ext>
              </a:extLst>
            </p:cNvPr>
            <p:cNvPicPr>
              <a:picLocks noChangeAspect="1"/>
            </p:cNvPicPr>
            <p:nvPr/>
          </p:nvPicPr>
          <p:blipFill>
            <a:blip r:embed="rId2"/>
            <a:stretch>
              <a:fillRect/>
            </a:stretch>
          </p:blipFill>
          <p:spPr>
            <a:xfrm>
              <a:off x="4575792" y="1749426"/>
              <a:ext cx="3040415" cy="1731956"/>
            </a:xfrm>
            <a:prstGeom prst="rect">
              <a:avLst/>
            </a:prstGeom>
          </p:spPr>
        </p:pic>
        <p:sp>
          <p:nvSpPr>
            <p:cNvPr id="11" name="TextBox 10">
              <a:extLst>
                <a:ext uri="{FF2B5EF4-FFF2-40B4-BE49-F238E27FC236}">
                  <a16:creationId xmlns:a16="http://schemas.microsoft.com/office/drawing/2014/main" id="{0E639B5A-78A2-C55B-B0AA-6E6580165AD2}"/>
                </a:ext>
              </a:extLst>
            </p:cNvPr>
            <p:cNvSpPr txBox="1"/>
            <p:nvPr/>
          </p:nvSpPr>
          <p:spPr>
            <a:xfrm>
              <a:off x="5487600" y="1411005"/>
              <a:ext cx="2714400" cy="261610"/>
            </a:xfrm>
            <a:prstGeom prst="rect">
              <a:avLst/>
            </a:prstGeom>
            <a:noFill/>
          </p:spPr>
          <p:txBody>
            <a:bodyPr wrap="square" rtlCol="0">
              <a:spAutoFit/>
            </a:bodyPr>
            <a:lstStyle/>
            <a:p>
              <a:r>
                <a:rPr lang="en-US" sz="1100" err="1"/>
                <a:t>Cyberphysical</a:t>
              </a:r>
              <a:r>
                <a:rPr lang="en-US" sz="1100"/>
                <a:t> System</a:t>
              </a:r>
            </a:p>
          </p:txBody>
        </p:sp>
      </p:grpSp>
      <p:grpSp>
        <p:nvGrpSpPr>
          <p:cNvPr id="31" name="Group 30">
            <a:extLst>
              <a:ext uri="{FF2B5EF4-FFF2-40B4-BE49-F238E27FC236}">
                <a16:creationId xmlns:a16="http://schemas.microsoft.com/office/drawing/2014/main" id="{BB7176ED-041F-25D6-5A5A-B45FD5B0B190}"/>
              </a:ext>
            </a:extLst>
          </p:cNvPr>
          <p:cNvGrpSpPr/>
          <p:nvPr/>
        </p:nvGrpSpPr>
        <p:grpSpPr>
          <a:xfrm>
            <a:off x="495451" y="3667636"/>
            <a:ext cx="2731553" cy="2539872"/>
            <a:chOff x="1412641" y="3951416"/>
            <a:chExt cx="2731553" cy="2539872"/>
          </a:xfrm>
        </p:grpSpPr>
        <p:sp>
          <p:nvSpPr>
            <p:cNvPr id="17" name="TextBox 16">
              <a:extLst>
                <a:ext uri="{FF2B5EF4-FFF2-40B4-BE49-F238E27FC236}">
                  <a16:creationId xmlns:a16="http://schemas.microsoft.com/office/drawing/2014/main" id="{9039D99E-A039-92F5-1BAB-32E762E842DB}"/>
                </a:ext>
              </a:extLst>
            </p:cNvPr>
            <p:cNvSpPr txBox="1"/>
            <p:nvPr/>
          </p:nvSpPr>
          <p:spPr>
            <a:xfrm>
              <a:off x="1429794" y="3951416"/>
              <a:ext cx="2714400" cy="261610"/>
            </a:xfrm>
            <a:prstGeom prst="rect">
              <a:avLst/>
            </a:prstGeom>
            <a:noFill/>
          </p:spPr>
          <p:txBody>
            <a:bodyPr wrap="square" rtlCol="0">
              <a:spAutoFit/>
            </a:bodyPr>
            <a:lstStyle/>
            <a:p>
              <a:r>
                <a:rPr lang="en-US" sz="1100" err="1"/>
                <a:t>Verifikation</a:t>
              </a:r>
              <a:r>
                <a:rPr lang="en-US" sz="1100"/>
                <a:t> und </a:t>
              </a:r>
              <a:r>
                <a:rPr lang="en-US" sz="1100" err="1"/>
                <a:t>Testen</a:t>
              </a:r>
              <a:endParaRPr lang="en-US" sz="1100"/>
            </a:p>
          </p:txBody>
        </p:sp>
        <p:pic>
          <p:nvPicPr>
            <p:cNvPr id="19" name="Picture 18">
              <a:extLst>
                <a:ext uri="{FF2B5EF4-FFF2-40B4-BE49-F238E27FC236}">
                  <a16:creationId xmlns:a16="http://schemas.microsoft.com/office/drawing/2014/main" id="{DBE1C046-D996-E1A2-207B-3254164CC15E}"/>
                </a:ext>
              </a:extLst>
            </p:cNvPr>
            <p:cNvPicPr>
              <a:picLocks noChangeAspect="1"/>
            </p:cNvPicPr>
            <p:nvPr/>
          </p:nvPicPr>
          <p:blipFill>
            <a:blip r:embed="rId3"/>
            <a:stretch>
              <a:fillRect/>
            </a:stretch>
          </p:blipFill>
          <p:spPr>
            <a:xfrm>
              <a:off x="1412641" y="4241718"/>
              <a:ext cx="1965600" cy="2249570"/>
            </a:xfrm>
            <a:prstGeom prst="rect">
              <a:avLst/>
            </a:prstGeom>
          </p:spPr>
        </p:pic>
      </p:grpSp>
      <p:grpSp>
        <p:nvGrpSpPr>
          <p:cNvPr id="30" name="Group 29">
            <a:extLst>
              <a:ext uri="{FF2B5EF4-FFF2-40B4-BE49-F238E27FC236}">
                <a16:creationId xmlns:a16="http://schemas.microsoft.com/office/drawing/2014/main" id="{6A75FEF9-D92D-AE59-8E93-C7D67C65551C}"/>
              </a:ext>
            </a:extLst>
          </p:cNvPr>
          <p:cNvGrpSpPr/>
          <p:nvPr/>
        </p:nvGrpSpPr>
        <p:grpSpPr>
          <a:xfrm>
            <a:off x="8076932" y="1070926"/>
            <a:ext cx="3614279" cy="3087524"/>
            <a:chOff x="8076932" y="1070926"/>
            <a:chExt cx="3614279" cy="3087524"/>
          </a:xfrm>
        </p:grpSpPr>
        <p:pic>
          <p:nvPicPr>
            <p:cNvPr id="13" name="Picture 12">
              <a:extLst>
                <a:ext uri="{FF2B5EF4-FFF2-40B4-BE49-F238E27FC236}">
                  <a16:creationId xmlns:a16="http://schemas.microsoft.com/office/drawing/2014/main" id="{FD216358-733B-3464-94BC-DEDF80901DAA}"/>
                </a:ext>
              </a:extLst>
            </p:cNvPr>
            <p:cNvPicPr>
              <a:picLocks noChangeAspect="1"/>
            </p:cNvPicPr>
            <p:nvPr/>
          </p:nvPicPr>
          <p:blipFill>
            <a:blip r:embed="rId4"/>
            <a:stretch>
              <a:fillRect/>
            </a:stretch>
          </p:blipFill>
          <p:spPr>
            <a:xfrm>
              <a:off x="8076932" y="1332536"/>
              <a:ext cx="3614279" cy="1354137"/>
            </a:xfrm>
            <a:prstGeom prst="rect">
              <a:avLst/>
            </a:prstGeom>
          </p:spPr>
        </p:pic>
        <p:sp>
          <p:nvSpPr>
            <p:cNvPr id="14" name="TextBox 13">
              <a:extLst>
                <a:ext uri="{FF2B5EF4-FFF2-40B4-BE49-F238E27FC236}">
                  <a16:creationId xmlns:a16="http://schemas.microsoft.com/office/drawing/2014/main" id="{23552F8A-89CA-9248-F740-5B813434C89F}"/>
                </a:ext>
              </a:extLst>
            </p:cNvPr>
            <p:cNvSpPr txBox="1"/>
            <p:nvPr/>
          </p:nvSpPr>
          <p:spPr>
            <a:xfrm>
              <a:off x="8930994" y="1070926"/>
              <a:ext cx="2714400" cy="261610"/>
            </a:xfrm>
            <a:prstGeom prst="rect">
              <a:avLst/>
            </a:prstGeom>
            <a:noFill/>
          </p:spPr>
          <p:txBody>
            <a:bodyPr wrap="square" rtlCol="0">
              <a:spAutoFit/>
            </a:bodyPr>
            <a:lstStyle/>
            <a:p>
              <a:r>
                <a:rPr lang="en-US" sz="1100" err="1"/>
                <a:t>Spezifikationstechniken</a:t>
              </a:r>
              <a:endParaRPr lang="en-US" sz="1100"/>
            </a:p>
          </p:txBody>
        </p:sp>
        <p:pic>
          <p:nvPicPr>
            <p:cNvPr id="21" name="Picture 20">
              <a:extLst>
                <a:ext uri="{FF2B5EF4-FFF2-40B4-BE49-F238E27FC236}">
                  <a16:creationId xmlns:a16="http://schemas.microsoft.com/office/drawing/2014/main" id="{55D3AC61-6D07-73F1-F380-ED8855A729F1}"/>
                </a:ext>
              </a:extLst>
            </p:cNvPr>
            <p:cNvPicPr>
              <a:picLocks noChangeAspect="1"/>
            </p:cNvPicPr>
            <p:nvPr/>
          </p:nvPicPr>
          <p:blipFill>
            <a:blip r:embed="rId5"/>
            <a:stretch>
              <a:fillRect/>
            </a:stretch>
          </p:blipFill>
          <p:spPr>
            <a:xfrm>
              <a:off x="8737600" y="2804313"/>
              <a:ext cx="2605377" cy="1354137"/>
            </a:xfrm>
            <a:prstGeom prst="rect">
              <a:avLst/>
            </a:prstGeom>
          </p:spPr>
        </p:pic>
      </p:grpSp>
      <p:grpSp>
        <p:nvGrpSpPr>
          <p:cNvPr id="32" name="Group 31">
            <a:extLst>
              <a:ext uri="{FF2B5EF4-FFF2-40B4-BE49-F238E27FC236}">
                <a16:creationId xmlns:a16="http://schemas.microsoft.com/office/drawing/2014/main" id="{7A322E0B-049C-B91B-EC05-0E349008C28D}"/>
              </a:ext>
            </a:extLst>
          </p:cNvPr>
          <p:cNvGrpSpPr/>
          <p:nvPr/>
        </p:nvGrpSpPr>
        <p:grpSpPr>
          <a:xfrm>
            <a:off x="2840966" y="3698118"/>
            <a:ext cx="3390101" cy="2678035"/>
            <a:chOff x="4686831" y="3929583"/>
            <a:chExt cx="3390101" cy="2678035"/>
          </a:xfrm>
        </p:grpSpPr>
        <p:pic>
          <p:nvPicPr>
            <p:cNvPr id="23" name="Picture 22">
              <a:extLst>
                <a:ext uri="{FF2B5EF4-FFF2-40B4-BE49-F238E27FC236}">
                  <a16:creationId xmlns:a16="http://schemas.microsoft.com/office/drawing/2014/main" id="{C082EC52-F86E-8F37-F548-609F76CE7CC0}"/>
                </a:ext>
              </a:extLst>
            </p:cNvPr>
            <p:cNvPicPr>
              <a:picLocks noChangeAspect="1"/>
            </p:cNvPicPr>
            <p:nvPr/>
          </p:nvPicPr>
          <p:blipFill>
            <a:blip r:embed="rId6"/>
            <a:stretch>
              <a:fillRect/>
            </a:stretch>
          </p:blipFill>
          <p:spPr>
            <a:xfrm>
              <a:off x="4686831" y="4286371"/>
              <a:ext cx="3390101" cy="2321247"/>
            </a:xfrm>
            <a:prstGeom prst="rect">
              <a:avLst/>
            </a:prstGeom>
          </p:spPr>
        </p:pic>
        <p:sp>
          <p:nvSpPr>
            <p:cNvPr id="24" name="TextBox 23">
              <a:extLst>
                <a:ext uri="{FF2B5EF4-FFF2-40B4-BE49-F238E27FC236}">
                  <a16:creationId xmlns:a16="http://schemas.microsoft.com/office/drawing/2014/main" id="{7210C334-6B08-7DA8-76EF-F062247A2896}"/>
                </a:ext>
              </a:extLst>
            </p:cNvPr>
            <p:cNvSpPr txBox="1"/>
            <p:nvPr/>
          </p:nvSpPr>
          <p:spPr>
            <a:xfrm>
              <a:off x="5301417" y="3929583"/>
              <a:ext cx="2714400" cy="261610"/>
            </a:xfrm>
            <a:prstGeom prst="rect">
              <a:avLst/>
            </a:prstGeom>
            <a:noFill/>
          </p:spPr>
          <p:txBody>
            <a:bodyPr wrap="square" rtlCol="0">
              <a:spAutoFit/>
            </a:bodyPr>
            <a:lstStyle/>
            <a:p>
              <a:r>
                <a:rPr lang="en-US" sz="1100" err="1"/>
                <a:t>Sprachen</a:t>
              </a:r>
              <a:endParaRPr lang="en-US" sz="1100"/>
            </a:p>
          </p:txBody>
        </p:sp>
      </p:grpSp>
      <p:grpSp>
        <p:nvGrpSpPr>
          <p:cNvPr id="18" name="Group 17">
            <a:extLst>
              <a:ext uri="{FF2B5EF4-FFF2-40B4-BE49-F238E27FC236}">
                <a16:creationId xmlns:a16="http://schemas.microsoft.com/office/drawing/2014/main" id="{4EE791C9-B5A6-86BB-AE76-A42361B1D4E8}"/>
              </a:ext>
            </a:extLst>
          </p:cNvPr>
          <p:cNvGrpSpPr/>
          <p:nvPr/>
        </p:nvGrpSpPr>
        <p:grpSpPr>
          <a:xfrm>
            <a:off x="6248812" y="4276090"/>
            <a:ext cx="5971148" cy="2368211"/>
            <a:chOff x="6248812" y="4276090"/>
            <a:chExt cx="5971148" cy="2368211"/>
          </a:xfrm>
        </p:grpSpPr>
        <p:grpSp>
          <p:nvGrpSpPr>
            <p:cNvPr id="33" name="Group 32">
              <a:extLst>
                <a:ext uri="{FF2B5EF4-FFF2-40B4-BE49-F238E27FC236}">
                  <a16:creationId xmlns:a16="http://schemas.microsoft.com/office/drawing/2014/main" id="{0E1904BE-90B6-48D5-058F-6067AB793500}"/>
                </a:ext>
              </a:extLst>
            </p:cNvPr>
            <p:cNvGrpSpPr/>
            <p:nvPr/>
          </p:nvGrpSpPr>
          <p:grpSpPr>
            <a:xfrm>
              <a:off x="8737600" y="4406627"/>
              <a:ext cx="3482360" cy="2237674"/>
              <a:chOff x="8265034" y="4267803"/>
              <a:chExt cx="3482360" cy="2237674"/>
            </a:xfrm>
          </p:grpSpPr>
          <p:pic>
            <p:nvPicPr>
              <p:cNvPr id="26" name="Picture 25">
                <a:extLst>
                  <a:ext uri="{FF2B5EF4-FFF2-40B4-BE49-F238E27FC236}">
                    <a16:creationId xmlns:a16="http://schemas.microsoft.com/office/drawing/2014/main" id="{87E047AF-EA3B-86C4-A50C-80F6A030E3DA}"/>
                  </a:ext>
                </a:extLst>
              </p:cNvPr>
              <p:cNvPicPr>
                <a:picLocks noChangeAspect="1"/>
              </p:cNvPicPr>
              <p:nvPr/>
            </p:nvPicPr>
            <p:blipFill>
              <a:blip r:embed="rId7"/>
              <a:stretch>
                <a:fillRect/>
              </a:stretch>
            </p:blipFill>
            <p:spPr>
              <a:xfrm>
                <a:off x="8265034" y="4638767"/>
                <a:ext cx="3380360" cy="1866710"/>
              </a:xfrm>
              <a:prstGeom prst="rect">
                <a:avLst/>
              </a:prstGeom>
            </p:spPr>
          </p:pic>
          <p:sp>
            <p:nvSpPr>
              <p:cNvPr id="27" name="TextBox 26">
                <a:extLst>
                  <a:ext uri="{FF2B5EF4-FFF2-40B4-BE49-F238E27FC236}">
                    <a16:creationId xmlns:a16="http://schemas.microsoft.com/office/drawing/2014/main" id="{0703F478-DDED-9C86-393A-F50A9D0A84F8}"/>
                  </a:ext>
                </a:extLst>
              </p:cNvPr>
              <p:cNvSpPr txBox="1"/>
              <p:nvPr/>
            </p:nvSpPr>
            <p:spPr>
              <a:xfrm>
                <a:off x="9032994" y="4267803"/>
                <a:ext cx="2714400" cy="261610"/>
              </a:xfrm>
              <a:prstGeom prst="rect">
                <a:avLst/>
              </a:prstGeom>
              <a:noFill/>
            </p:spPr>
            <p:txBody>
              <a:bodyPr wrap="square" rtlCol="0">
                <a:spAutoFit/>
              </a:bodyPr>
              <a:lstStyle/>
              <a:p>
                <a:r>
                  <a:rPr lang="en-US" sz="1100" err="1"/>
                  <a:t>Industrieanwendungen</a:t>
                </a:r>
                <a:endParaRPr lang="en-US" sz="1100"/>
              </a:p>
            </p:txBody>
          </p:sp>
        </p:grpSp>
        <p:pic>
          <p:nvPicPr>
            <p:cNvPr id="12" name="Picture 11">
              <a:extLst>
                <a:ext uri="{FF2B5EF4-FFF2-40B4-BE49-F238E27FC236}">
                  <a16:creationId xmlns:a16="http://schemas.microsoft.com/office/drawing/2014/main" id="{14C3DC0D-7D2F-0A9A-23D3-0F53F38D6EC9}"/>
                </a:ext>
              </a:extLst>
            </p:cNvPr>
            <p:cNvPicPr>
              <a:picLocks noChangeAspect="1"/>
            </p:cNvPicPr>
            <p:nvPr/>
          </p:nvPicPr>
          <p:blipFill>
            <a:blip r:embed="rId8"/>
            <a:stretch>
              <a:fillRect/>
            </a:stretch>
          </p:blipFill>
          <p:spPr>
            <a:xfrm>
              <a:off x="6248812" y="4276090"/>
              <a:ext cx="3102222" cy="1441597"/>
            </a:xfrm>
            <a:prstGeom prst="rect">
              <a:avLst/>
            </a:prstGeom>
          </p:spPr>
        </p:pic>
      </p:grpSp>
      <p:grpSp>
        <p:nvGrpSpPr>
          <p:cNvPr id="16" name="Group 15">
            <a:extLst>
              <a:ext uri="{FF2B5EF4-FFF2-40B4-BE49-F238E27FC236}">
                <a16:creationId xmlns:a16="http://schemas.microsoft.com/office/drawing/2014/main" id="{C11EF88A-C979-FCEA-3027-0599972DEB5E}"/>
              </a:ext>
            </a:extLst>
          </p:cNvPr>
          <p:cNvGrpSpPr/>
          <p:nvPr/>
        </p:nvGrpSpPr>
        <p:grpSpPr>
          <a:xfrm>
            <a:off x="348497" y="1426964"/>
            <a:ext cx="4214939" cy="2039895"/>
            <a:chOff x="348497" y="1426964"/>
            <a:chExt cx="4214939" cy="2039895"/>
          </a:xfrm>
        </p:grpSpPr>
        <p:grpSp>
          <p:nvGrpSpPr>
            <p:cNvPr id="28" name="Group 27">
              <a:extLst>
                <a:ext uri="{FF2B5EF4-FFF2-40B4-BE49-F238E27FC236}">
                  <a16:creationId xmlns:a16="http://schemas.microsoft.com/office/drawing/2014/main" id="{2E3F2173-2A44-F90A-A4D5-5C89277FBEF2}"/>
                </a:ext>
              </a:extLst>
            </p:cNvPr>
            <p:cNvGrpSpPr/>
            <p:nvPr/>
          </p:nvGrpSpPr>
          <p:grpSpPr>
            <a:xfrm>
              <a:off x="348497" y="1426964"/>
              <a:ext cx="3299783" cy="2039895"/>
              <a:chOff x="1056217" y="1411005"/>
              <a:chExt cx="3299783" cy="2039895"/>
            </a:xfrm>
          </p:grpSpPr>
          <p:pic>
            <p:nvPicPr>
              <p:cNvPr id="6" name="Picture 5">
                <a:extLst>
                  <a:ext uri="{FF2B5EF4-FFF2-40B4-BE49-F238E27FC236}">
                    <a16:creationId xmlns:a16="http://schemas.microsoft.com/office/drawing/2014/main" id="{EE91E6DE-985C-5B1C-9BFE-BB2D2CD6015E}"/>
                  </a:ext>
                </a:extLst>
              </p:cNvPr>
              <p:cNvPicPr>
                <a:picLocks noChangeAspect="1"/>
              </p:cNvPicPr>
              <p:nvPr/>
            </p:nvPicPr>
            <p:blipFill>
              <a:blip r:embed="rId9"/>
              <a:stretch>
                <a:fillRect/>
              </a:stretch>
            </p:blipFill>
            <p:spPr>
              <a:xfrm>
                <a:off x="1056217" y="1749426"/>
                <a:ext cx="2678449" cy="1701474"/>
              </a:xfrm>
              <a:prstGeom prst="rect">
                <a:avLst/>
              </a:prstGeom>
            </p:spPr>
          </p:pic>
          <p:sp>
            <p:nvSpPr>
              <p:cNvPr id="10" name="TextBox 9">
                <a:extLst>
                  <a:ext uri="{FF2B5EF4-FFF2-40B4-BE49-F238E27FC236}">
                    <a16:creationId xmlns:a16="http://schemas.microsoft.com/office/drawing/2014/main" id="{40B296FD-6EBB-A010-0042-3A49634C11B1}"/>
                  </a:ext>
                </a:extLst>
              </p:cNvPr>
              <p:cNvSpPr txBox="1"/>
              <p:nvPr/>
            </p:nvSpPr>
            <p:spPr>
              <a:xfrm>
                <a:off x="1641600" y="1411005"/>
                <a:ext cx="2714400" cy="261610"/>
              </a:xfrm>
              <a:prstGeom prst="rect">
                <a:avLst/>
              </a:prstGeom>
              <a:noFill/>
            </p:spPr>
            <p:txBody>
              <a:bodyPr wrap="square" rtlCol="0">
                <a:spAutoFit/>
              </a:bodyPr>
              <a:lstStyle/>
              <a:p>
                <a:r>
                  <a:rPr lang="en-US" sz="1100"/>
                  <a:t>Embedded System</a:t>
                </a:r>
              </a:p>
            </p:txBody>
          </p:sp>
        </p:grpSp>
        <p:pic>
          <p:nvPicPr>
            <p:cNvPr id="15" name="Picture 14">
              <a:extLst>
                <a:ext uri="{FF2B5EF4-FFF2-40B4-BE49-F238E27FC236}">
                  <a16:creationId xmlns:a16="http://schemas.microsoft.com/office/drawing/2014/main" id="{A0441AB6-3116-565E-DC00-115ECE1674EB}"/>
                </a:ext>
              </a:extLst>
            </p:cNvPr>
            <p:cNvPicPr>
              <a:picLocks noChangeAspect="1"/>
            </p:cNvPicPr>
            <p:nvPr/>
          </p:nvPicPr>
          <p:blipFill>
            <a:blip r:embed="rId10"/>
            <a:stretch>
              <a:fillRect/>
            </a:stretch>
          </p:blipFill>
          <p:spPr>
            <a:xfrm>
              <a:off x="3136458" y="1740612"/>
              <a:ext cx="1426978" cy="1094576"/>
            </a:xfrm>
            <a:prstGeom prst="rect">
              <a:avLst/>
            </a:prstGeom>
          </p:spPr>
        </p:pic>
      </p:grpSp>
    </p:spTree>
    <p:extLst>
      <p:ext uri="{BB962C8B-B14F-4D97-AF65-F5344CB8AC3E}">
        <p14:creationId xmlns:p14="http://schemas.microsoft.com/office/powerpoint/2010/main" val="414787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CA023-3FB1-3086-DB1F-06C0EEAD8CC9}"/>
              </a:ext>
            </a:extLst>
          </p:cNvPr>
          <p:cNvSpPr>
            <a:spLocks noGrp="1"/>
          </p:cNvSpPr>
          <p:nvPr>
            <p:ph type="title"/>
          </p:nvPr>
        </p:nvSpPr>
        <p:spPr>
          <a:xfrm>
            <a:off x="411480" y="395289"/>
            <a:ext cx="7604337" cy="1354137"/>
          </a:xfrm>
        </p:spPr>
        <p:txBody>
          <a:bodyPr/>
          <a:lstStyle/>
          <a:p>
            <a:r>
              <a:rPr lang="en-US" dirty="0"/>
              <a:t>Block Chain und </a:t>
            </a:r>
            <a:r>
              <a:rPr lang="en-US" dirty="0" err="1"/>
              <a:t>Kryptographie</a:t>
            </a:r>
            <a:r>
              <a:rPr lang="en-US" dirty="0"/>
              <a:t>, </a:t>
            </a:r>
            <a:r>
              <a:rPr lang="en-US" dirty="0" err="1"/>
              <a:t>Quantencomputer</a:t>
            </a:r>
            <a:endParaRPr lang="en-US" dirty="0"/>
          </a:p>
        </p:txBody>
      </p:sp>
      <p:sp>
        <p:nvSpPr>
          <p:cNvPr id="4" name="Slide Number Placeholder 3">
            <a:extLst>
              <a:ext uri="{FF2B5EF4-FFF2-40B4-BE49-F238E27FC236}">
                <a16:creationId xmlns:a16="http://schemas.microsoft.com/office/drawing/2014/main" id="{954F3736-0AAF-49E8-43BB-83D1A4F99467}"/>
              </a:ext>
            </a:extLst>
          </p:cNvPr>
          <p:cNvSpPr>
            <a:spLocks noGrp="1"/>
          </p:cNvSpPr>
          <p:nvPr>
            <p:ph type="sldNum" sz="quarter" idx="12"/>
          </p:nvPr>
        </p:nvSpPr>
        <p:spPr/>
        <p:txBody>
          <a:bodyPr/>
          <a:lstStyle/>
          <a:p>
            <a:pPr>
              <a:defRPr/>
            </a:pPr>
            <a:fld id="{B412CF81-FBD2-4988-8D72-9A03E2875460}" type="slidenum">
              <a:rPr lang="de-DE" smtClean="0"/>
              <a:pPr>
                <a:defRPr/>
              </a:pPr>
              <a:t>18</a:t>
            </a:fld>
            <a:endParaRPr lang="de-DE"/>
          </a:p>
        </p:txBody>
      </p:sp>
      <p:pic>
        <p:nvPicPr>
          <p:cNvPr id="6" name="Picture 5">
            <a:extLst>
              <a:ext uri="{FF2B5EF4-FFF2-40B4-BE49-F238E27FC236}">
                <a16:creationId xmlns:a16="http://schemas.microsoft.com/office/drawing/2014/main" id="{44948D45-BF89-AAB3-83D1-C50DD50D4354}"/>
              </a:ext>
            </a:extLst>
          </p:cNvPr>
          <p:cNvPicPr>
            <a:picLocks noChangeAspect="1"/>
          </p:cNvPicPr>
          <p:nvPr/>
        </p:nvPicPr>
        <p:blipFill>
          <a:blip r:embed="rId2"/>
          <a:stretch>
            <a:fillRect/>
          </a:stretch>
        </p:blipFill>
        <p:spPr>
          <a:xfrm>
            <a:off x="1684842" y="1814735"/>
            <a:ext cx="3888911" cy="1614265"/>
          </a:xfrm>
          <a:prstGeom prst="rect">
            <a:avLst/>
          </a:prstGeom>
        </p:spPr>
      </p:pic>
      <p:pic>
        <p:nvPicPr>
          <p:cNvPr id="8" name="Picture 7">
            <a:extLst>
              <a:ext uri="{FF2B5EF4-FFF2-40B4-BE49-F238E27FC236}">
                <a16:creationId xmlns:a16="http://schemas.microsoft.com/office/drawing/2014/main" id="{7488B5D0-19FC-4914-D859-B65120A8C327}"/>
              </a:ext>
            </a:extLst>
          </p:cNvPr>
          <p:cNvPicPr>
            <a:picLocks noChangeAspect="1"/>
          </p:cNvPicPr>
          <p:nvPr/>
        </p:nvPicPr>
        <p:blipFill>
          <a:blip r:embed="rId3"/>
          <a:stretch>
            <a:fillRect/>
          </a:stretch>
        </p:blipFill>
        <p:spPr>
          <a:xfrm>
            <a:off x="6202378" y="1620000"/>
            <a:ext cx="4821843" cy="2225965"/>
          </a:xfrm>
          <a:prstGeom prst="rect">
            <a:avLst/>
          </a:prstGeom>
        </p:spPr>
      </p:pic>
      <p:pic>
        <p:nvPicPr>
          <p:cNvPr id="10" name="Picture 9">
            <a:extLst>
              <a:ext uri="{FF2B5EF4-FFF2-40B4-BE49-F238E27FC236}">
                <a16:creationId xmlns:a16="http://schemas.microsoft.com/office/drawing/2014/main" id="{BAA3FFFA-06E6-C76B-4503-08BF4A5FB770}"/>
              </a:ext>
            </a:extLst>
          </p:cNvPr>
          <p:cNvPicPr>
            <a:picLocks noChangeAspect="1"/>
          </p:cNvPicPr>
          <p:nvPr/>
        </p:nvPicPr>
        <p:blipFill>
          <a:blip r:embed="rId4"/>
          <a:stretch>
            <a:fillRect/>
          </a:stretch>
        </p:blipFill>
        <p:spPr>
          <a:xfrm>
            <a:off x="3772800" y="3911274"/>
            <a:ext cx="4388441" cy="2415891"/>
          </a:xfrm>
          <a:prstGeom prst="rect">
            <a:avLst/>
          </a:prstGeom>
        </p:spPr>
      </p:pic>
      <p:grpSp>
        <p:nvGrpSpPr>
          <p:cNvPr id="3" name="Group 2">
            <a:extLst>
              <a:ext uri="{FF2B5EF4-FFF2-40B4-BE49-F238E27FC236}">
                <a16:creationId xmlns:a16="http://schemas.microsoft.com/office/drawing/2014/main" id="{3778D786-C47F-C81B-7549-C8E105F42721}"/>
              </a:ext>
            </a:extLst>
          </p:cNvPr>
          <p:cNvGrpSpPr/>
          <p:nvPr/>
        </p:nvGrpSpPr>
        <p:grpSpPr>
          <a:xfrm>
            <a:off x="1138700" y="4176357"/>
            <a:ext cx="1725788" cy="1659169"/>
            <a:chOff x="697265" y="2694398"/>
            <a:chExt cx="1725788" cy="1659169"/>
          </a:xfrm>
        </p:grpSpPr>
        <p:pic>
          <p:nvPicPr>
            <p:cNvPr id="5" name="Picture 4">
              <a:extLst>
                <a:ext uri="{FF2B5EF4-FFF2-40B4-BE49-F238E27FC236}">
                  <a16:creationId xmlns:a16="http://schemas.microsoft.com/office/drawing/2014/main" id="{7D56423B-291A-124A-05E6-0CD9EBED3124}"/>
                </a:ext>
              </a:extLst>
            </p:cNvPr>
            <p:cNvPicPr>
              <a:picLocks noChangeAspect="1"/>
            </p:cNvPicPr>
            <p:nvPr/>
          </p:nvPicPr>
          <p:blipFill>
            <a:blip r:embed="rId5"/>
            <a:stretch>
              <a:fillRect/>
            </a:stretch>
          </p:blipFill>
          <p:spPr>
            <a:xfrm>
              <a:off x="739399" y="2694398"/>
              <a:ext cx="1683654" cy="1329581"/>
            </a:xfrm>
            <a:prstGeom prst="rect">
              <a:avLst/>
            </a:prstGeom>
          </p:spPr>
        </p:pic>
        <p:sp>
          <p:nvSpPr>
            <p:cNvPr id="7" name="TextBox 6">
              <a:extLst>
                <a:ext uri="{FF2B5EF4-FFF2-40B4-BE49-F238E27FC236}">
                  <a16:creationId xmlns:a16="http://schemas.microsoft.com/office/drawing/2014/main" id="{A2925DA2-EFFB-CB06-D3CE-0C1DDA4E6AF1}"/>
                </a:ext>
              </a:extLst>
            </p:cNvPr>
            <p:cNvSpPr txBox="1"/>
            <p:nvPr/>
          </p:nvSpPr>
          <p:spPr>
            <a:xfrm>
              <a:off x="697265" y="4091957"/>
              <a:ext cx="1671601" cy="261610"/>
            </a:xfrm>
            <a:prstGeom prst="rect">
              <a:avLst/>
            </a:prstGeom>
            <a:noFill/>
          </p:spPr>
          <p:txBody>
            <a:bodyPr wrap="square" rtlCol="0">
              <a:spAutoFit/>
            </a:bodyPr>
            <a:lstStyle/>
            <a:p>
              <a:r>
                <a:rPr lang="en-DE" sz="1100"/>
                <a:t>Quantencomputer</a:t>
              </a:r>
            </a:p>
          </p:txBody>
        </p:sp>
      </p:grpSp>
    </p:spTree>
    <p:extLst>
      <p:ext uri="{BB962C8B-B14F-4D97-AF65-F5344CB8AC3E}">
        <p14:creationId xmlns:p14="http://schemas.microsoft.com/office/powerpoint/2010/main" val="96971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A4253-E918-9CC7-D41D-9DAA1BDF1F3D}"/>
              </a:ext>
            </a:extLst>
          </p:cNvPr>
          <p:cNvSpPr>
            <a:spLocks noGrp="1"/>
          </p:cNvSpPr>
          <p:nvPr>
            <p:ph type="title"/>
          </p:nvPr>
        </p:nvSpPr>
        <p:spPr/>
        <p:txBody>
          <a:bodyPr/>
          <a:lstStyle/>
          <a:p>
            <a:r>
              <a:rPr lang="en-DE" dirty="0"/>
              <a:t>Feedback</a:t>
            </a:r>
          </a:p>
        </p:txBody>
      </p:sp>
      <p:sp>
        <p:nvSpPr>
          <p:cNvPr id="3" name="Content Placeholder 2">
            <a:extLst>
              <a:ext uri="{FF2B5EF4-FFF2-40B4-BE49-F238E27FC236}">
                <a16:creationId xmlns:a16="http://schemas.microsoft.com/office/drawing/2014/main" id="{9B70B20B-4208-859B-54BF-144D29B9E127}"/>
              </a:ext>
            </a:extLst>
          </p:cNvPr>
          <p:cNvSpPr>
            <a:spLocks noGrp="1"/>
          </p:cNvSpPr>
          <p:nvPr>
            <p:ph idx="1"/>
          </p:nvPr>
        </p:nvSpPr>
        <p:spPr/>
        <p:txBody>
          <a:bodyPr/>
          <a:lstStyle/>
          <a:p>
            <a:r>
              <a:rPr lang="en-DE" dirty="0"/>
              <a:t>Was erwarten Sie von der Vorlesung?</a:t>
            </a:r>
          </a:p>
          <a:p>
            <a:r>
              <a:rPr lang="en-DE" dirty="0"/>
              <a:t>Welche Inhalte interessieren Sie besonders?</a:t>
            </a:r>
          </a:p>
          <a:p>
            <a:r>
              <a:rPr lang="en-DE" dirty="0"/>
              <a:t>Fehlen Inhalte? Wünschen Sie sich weitere?</a:t>
            </a:r>
          </a:p>
          <a:p>
            <a:r>
              <a:rPr lang="en-DE" dirty="0"/>
              <a:t>Gibt es Inhalte, die Sie priorisieren würden?</a:t>
            </a:r>
          </a:p>
          <a:p>
            <a:r>
              <a:rPr lang="en-DE" dirty="0"/>
              <a:t>Gibt es Inhalte, die Sie weniger interessieren und die Sie daher runterpriorisieren würden?</a:t>
            </a:r>
          </a:p>
        </p:txBody>
      </p:sp>
      <p:sp>
        <p:nvSpPr>
          <p:cNvPr id="4" name="Slide Number Placeholder 3">
            <a:extLst>
              <a:ext uri="{FF2B5EF4-FFF2-40B4-BE49-F238E27FC236}">
                <a16:creationId xmlns:a16="http://schemas.microsoft.com/office/drawing/2014/main" id="{114CBAAB-4065-AF99-FF5D-C1E801B27D6E}"/>
              </a:ext>
            </a:extLst>
          </p:cNvPr>
          <p:cNvSpPr>
            <a:spLocks noGrp="1"/>
          </p:cNvSpPr>
          <p:nvPr>
            <p:ph type="sldNum" sz="quarter" idx="12"/>
          </p:nvPr>
        </p:nvSpPr>
        <p:spPr/>
        <p:txBody>
          <a:bodyPr/>
          <a:lstStyle/>
          <a:p>
            <a:pPr>
              <a:defRPr/>
            </a:pPr>
            <a:fld id="{B412CF81-FBD2-4988-8D72-9A03E2875460}" type="slidenum">
              <a:rPr lang="de-DE" smtClean="0"/>
              <a:pPr>
                <a:defRPr/>
              </a:pPr>
              <a:t>19</a:t>
            </a:fld>
            <a:endParaRPr lang="de-DE"/>
          </a:p>
        </p:txBody>
      </p:sp>
    </p:spTree>
    <p:extLst>
      <p:ext uri="{BB962C8B-B14F-4D97-AF65-F5344CB8AC3E}">
        <p14:creationId xmlns:p14="http://schemas.microsoft.com/office/powerpoint/2010/main" val="472212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7FEF62-0059-02D3-C3B6-CC692698D7F9}"/>
              </a:ext>
            </a:extLst>
          </p:cNvPr>
          <p:cNvSpPr>
            <a:spLocks noGrp="1"/>
          </p:cNvSpPr>
          <p:nvPr>
            <p:ph idx="1"/>
          </p:nvPr>
        </p:nvSpPr>
        <p:spPr>
          <a:xfrm>
            <a:off x="1046620" y="2708920"/>
            <a:ext cx="10560050" cy="1871910"/>
          </a:xfrm>
        </p:spPr>
        <p:txBody>
          <a:bodyPr/>
          <a:lstStyle/>
          <a:p>
            <a:pPr marL="0" indent="0">
              <a:buNone/>
            </a:pPr>
            <a:r>
              <a:rPr lang="en-DE" sz="4000">
                <a:solidFill>
                  <a:srgbClr val="FF0000"/>
                </a:solidFill>
              </a:rPr>
              <a:t>Vielen Dank für die Aufmerksamkeit</a:t>
            </a:r>
          </a:p>
          <a:p>
            <a:pPr marL="0" indent="0">
              <a:buNone/>
            </a:pPr>
            <a:endParaRPr lang="en-DE" sz="4000">
              <a:solidFill>
                <a:srgbClr val="FF0000"/>
              </a:solidFill>
            </a:endParaRPr>
          </a:p>
          <a:p>
            <a:pPr marL="0" indent="0">
              <a:buNone/>
            </a:pPr>
            <a:r>
              <a:rPr lang="en-DE" sz="4000">
                <a:solidFill>
                  <a:srgbClr val="FF0000"/>
                </a:solidFill>
              </a:rPr>
              <a:t>Viel Erfolg!</a:t>
            </a:r>
          </a:p>
        </p:txBody>
      </p:sp>
      <p:sp>
        <p:nvSpPr>
          <p:cNvPr id="4" name="Slide Number Placeholder 3">
            <a:extLst>
              <a:ext uri="{FF2B5EF4-FFF2-40B4-BE49-F238E27FC236}">
                <a16:creationId xmlns:a16="http://schemas.microsoft.com/office/drawing/2014/main" id="{FAD14D67-54E4-080C-24CD-F73BF8A26159}"/>
              </a:ext>
            </a:extLst>
          </p:cNvPr>
          <p:cNvSpPr>
            <a:spLocks noGrp="1"/>
          </p:cNvSpPr>
          <p:nvPr>
            <p:ph type="sldNum" sz="quarter" idx="12"/>
          </p:nvPr>
        </p:nvSpPr>
        <p:spPr/>
        <p:txBody>
          <a:bodyPr/>
          <a:lstStyle/>
          <a:p>
            <a:pPr>
              <a:defRPr/>
            </a:pPr>
            <a:fld id="{B412CF81-FBD2-4988-8D72-9A03E2875460}" type="slidenum">
              <a:rPr lang="de-DE" smtClean="0"/>
              <a:pPr>
                <a:defRPr/>
              </a:pPr>
              <a:t>20</a:t>
            </a:fld>
            <a:endParaRPr lang="de-DE"/>
          </a:p>
        </p:txBody>
      </p:sp>
      <p:sp>
        <p:nvSpPr>
          <p:cNvPr id="5" name="Title 4">
            <a:extLst>
              <a:ext uri="{FF2B5EF4-FFF2-40B4-BE49-F238E27FC236}">
                <a16:creationId xmlns:a16="http://schemas.microsoft.com/office/drawing/2014/main" id="{DC656E29-BAC0-5EEA-3703-678190AA0EE1}"/>
              </a:ext>
            </a:extLst>
          </p:cNvPr>
          <p:cNvSpPr>
            <a:spLocks noGrp="1"/>
          </p:cNvSpPr>
          <p:nvPr>
            <p:ph type="title"/>
          </p:nvPr>
        </p:nvSpPr>
        <p:spPr/>
        <p:txBody>
          <a:bodyPr/>
          <a:lstStyle/>
          <a:p>
            <a:endParaRPr lang="en-DE"/>
          </a:p>
        </p:txBody>
      </p:sp>
    </p:spTree>
    <p:extLst>
      <p:ext uri="{BB962C8B-B14F-4D97-AF65-F5344CB8AC3E}">
        <p14:creationId xmlns:p14="http://schemas.microsoft.com/office/powerpoint/2010/main" val="2637188671"/>
      </p:ext>
    </p:extLst>
  </p:cSld>
  <p:clrMapOvr>
    <a:masterClrMapping/>
  </p:clrMapOvr>
</p:sld>
</file>

<file path=ppt/theme/theme1.xml><?xml version="1.0" encoding="utf-8"?>
<a:theme xmlns:a="http://schemas.openxmlformats.org/drawingml/2006/main" name="Folienmaster Standard PPT">
  <a:themeElements>
    <a:clrScheme name="HWR Berlin">
      <a:dk1>
        <a:srgbClr val="000000"/>
      </a:dk1>
      <a:lt1>
        <a:sysClr val="window" lastClr="FFFFFF"/>
      </a:lt1>
      <a:dk2>
        <a:srgbClr val="D50C2F"/>
      </a:dk2>
      <a:lt2>
        <a:srgbClr val="6E6E6E"/>
      </a:lt2>
      <a:accent1>
        <a:srgbClr val="002C48"/>
      </a:accent1>
      <a:accent2>
        <a:srgbClr val="661326"/>
      </a:accent2>
      <a:accent3>
        <a:srgbClr val="A96F21"/>
      </a:accent3>
      <a:accent4>
        <a:srgbClr val="004799"/>
      </a:accent4>
      <a:accent5>
        <a:srgbClr val="2E6E2B"/>
      </a:accent5>
      <a:accent6>
        <a:srgbClr val="005940"/>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TotalTime>
  <Words>621</Words>
  <Application>Microsoft Macintosh PowerPoint</Application>
  <PresentationFormat>Widescreen</PresentationFormat>
  <Paragraphs>151</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vt:lpstr>
      <vt:lpstr>Folienmaster Standard PPT</vt:lpstr>
      <vt:lpstr>PowerPoint Presentation</vt:lpstr>
      <vt:lpstr>Überblick</vt:lpstr>
      <vt:lpstr>Überblick</vt:lpstr>
      <vt:lpstr>Vorstellung</vt:lpstr>
      <vt:lpstr>Überblick</vt:lpstr>
      <vt:lpstr>Kontakt, Beratung, Hilfe</vt:lpstr>
      <vt:lpstr>Prinzipieller Ablauf</vt:lpstr>
      <vt:lpstr>Gruppeneinteilung</vt:lpstr>
      <vt:lpstr>Überblick</vt:lpstr>
      <vt:lpstr>Lernziele</vt:lpstr>
      <vt:lpstr>Inhalte</vt:lpstr>
      <vt:lpstr>1. Einführung digitale Technologien und Innovationen, Trends</vt:lpstr>
      <vt:lpstr>System Engineering, Programmierung, Datenstrukturen, Verteilte Systeme</vt:lpstr>
      <vt:lpstr>Cloud Computing</vt:lpstr>
      <vt:lpstr>AI &amp; Machine Learning</vt:lpstr>
      <vt:lpstr>Sicherheit und Sicherheitsmanagement für moderne Anwendungen und Unternehmen</vt:lpstr>
      <vt:lpstr>Embedded Systems, Cyberphysical Systems, Internet of Things</vt:lpstr>
      <vt:lpstr>Block Chain und Kryptographie, Quantencomputer</vt:lpstr>
      <vt:lpstr>Feedback</vt:lpstr>
      <vt:lpstr>PowerPoint Presentation</vt:lpstr>
    </vt:vector>
  </TitlesOfParts>
  <Company>fhw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moehring</dc:creator>
  <cp:lastModifiedBy>Schlesinger, Sebastian</cp:lastModifiedBy>
  <cp:revision>1</cp:revision>
  <cp:lastPrinted>2017-06-07T09:02:06Z</cp:lastPrinted>
  <dcterms:created xsi:type="dcterms:W3CDTF">2008-10-13T11:28:40Z</dcterms:created>
  <dcterms:modified xsi:type="dcterms:W3CDTF">2026-10-07T19:13:48Z</dcterms:modified>
</cp:coreProperties>
</file>